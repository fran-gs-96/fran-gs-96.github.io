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42803750" cx="30275200"/>
  <p:notesSz cx="6858000" cy="9144000"/>
  <p:embeddedFontLst>
    <p:embeddedFont>
      <p:font typeface="Quattrocento Sans"/>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481">
          <p15:clr>
            <a:srgbClr val="A4A3A4"/>
          </p15:clr>
        </p15:guide>
        <p15:guide id="2" pos="9535">
          <p15:clr>
            <a:srgbClr val="A4A3A4"/>
          </p15:clr>
        </p15:guide>
      </p15:sldGuideLst>
    </p:ext>
    <p:ext uri="GoogleSlidesCustomDataVersion2">
      <go:slidesCustomData xmlns:go="http://customooxmlschemas.google.com/" r:id="rId11" roundtripDataSignature="AMtx7mhB0PYx/tH9LjC8r2an6WEUK3k0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481" orient="horz"/>
        <p:guide pos="9535"/>
      </p:guideLst>
    </p:cSldViewPr>
  </p:slideViewPr>
</p:viewP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font" Target="fonts/Quattrocento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Quattrocento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QuattrocentoSans-regular.fntdata"/><Relationship Id="rId8" Type="http://schemas.openxmlformats.org/officeDocument/2006/relationships/font" Target="fonts/Quattrocento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3:notes"/>
          <p:cNvSpPr/>
          <p:nvPr>
            <p:ph idx="2" type="sldImg"/>
          </p:nvPr>
        </p:nvSpPr>
        <p:spPr>
          <a:xfrm>
            <a:off x="2216150" y="685800"/>
            <a:ext cx="2425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2270641" y="7005156"/>
            <a:ext cx="25733931" cy="14902051"/>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9865"/>
              <a:buFont typeface="Calibri"/>
              <a:buNone/>
              <a:defRPr sz="1986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subTitle"/>
          </p:nvPr>
        </p:nvSpPr>
        <p:spPr>
          <a:xfrm>
            <a:off x="3784402" y="22481887"/>
            <a:ext cx="22706410" cy="10334331"/>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311"/>
              </a:spcBef>
              <a:spcAft>
                <a:spcPts val="0"/>
              </a:spcAft>
              <a:buClr>
                <a:schemeClr val="dk1"/>
              </a:buClr>
              <a:buSzPts val="7946"/>
              <a:buNone/>
              <a:defRPr sz="7946"/>
            </a:lvl1pPr>
            <a:lvl2pPr lvl="1" algn="ctr">
              <a:lnSpc>
                <a:spcPct val="90000"/>
              </a:lnSpc>
              <a:spcBef>
                <a:spcPts val="1655"/>
              </a:spcBef>
              <a:spcAft>
                <a:spcPts val="0"/>
              </a:spcAft>
              <a:buClr>
                <a:schemeClr val="dk1"/>
              </a:buClr>
              <a:buSzPts val="6622"/>
              <a:buNone/>
              <a:defRPr sz="6622"/>
            </a:lvl2pPr>
            <a:lvl3pPr lvl="2" algn="ctr">
              <a:lnSpc>
                <a:spcPct val="90000"/>
              </a:lnSpc>
              <a:spcBef>
                <a:spcPts val="1655"/>
              </a:spcBef>
              <a:spcAft>
                <a:spcPts val="0"/>
              </a:spcAft>
              <a:buClr>
                <a:schemeClr val="dk1"/>
              </a:buClr>
              <a:buSzPts val="5960"/>
              <a:buNone/>
              <a:defRPr sz="5960"/>
            </a:lvl3pPr>
            <a:lvl4pPr lvl="3" algn="ctr">
              <a:lnSpc>
                <a:spcPct val="90000"/>
              </a:lnSpc>
              <a:spcBef>
                <a:spcPts val="1655"/>
              </a:spcBef>
              <a:spcAft>
                <a:spcPts val="0"/>
              </a:spcAft>
              <a:buClr>
                <a:schemeClr val="dk1"/>
              </a:buClr>
              <a:buSzPts val="5297"/>
              <a:buNone/>
              <a:defRPr sz="5297"/>
            </a:lvl4pPr>
            <a:lvl5pPr lvl="4" algn="ctr">
              <a:lnSpc>
                <a:spcPct val="90000"/>
              </a:lnSpc>
              <a:spcBef>
                <a:spcPts val="1655"/>
              </a:spcBef>
              <a:spcAft>
                <a:spcPts val="0"/>
              </a:spcAft>
              <a:buClr>
                <a:schemeClr val="dk1"/>
              </a:buClr>
              <a:buSzPts val="5297"/>
              <a:buNone/>
              <a:defRPr sz="5297"/>
            </a:lvl5pPr>
            <a:lvl6pPr lvl="5" algn="ctr">
              <a:lnSpc>
                <a:spcPct val="90000"/>
              </a:lnSpc>
              <a:spcBef>
                <a:spcPts val="1655"/>
              </a:spcBef>
              <a:spcAft>
                <a:spcPts val="0"/>
              </a:spcAft>
              <a:buClr>
                <a:schemeClr val="dk1"/>
              </a:buClr>
              <a:buSzPts val="5297"/>
              <a:buNone/>
              <a:defRPr sz="5297"/>
            </a:lvl6pPr>
            <a:lvl7pPr lvl="6" algn="ctr">
              <a:lnSpc>
                <a:spcPct val="90000"/>
              </a:lnSpc>
              <a:spcBef>
                <a:spcPts val="1655"/>
              </a:spcBef>
              <a:spcAft>
                <a:spcPts val="0"/>
              </a:spcAft>
              <a:buClr>
                <a:schemeClr val="dk1"/>
              </a:buClr>
              <a:buSzPts val="5297"/>
              <a:buNone/>
              <a:defRPr sz="5297"/>
            </a:lvl7pPr>
            <a:lvl8pPr lvl="7" algn="ctr">
              <a:lnSpc>
                <a:spcPct val="90000"/>
              </a:lnSpc>
              <a:spcBef>
                <a:spcPts val="1655"/>
              </a:spcBef>
              <a:spcAft>
                <a:spcPts val="0"/>
              </a:spcAft>
              <a:buClr>
                <a:schemeClr val="dk1"/>
              </a:buClr>
              <a:buSzPts val="5297"/>
              <a:buNone/>
              <a:defRPr sz="5297"/>
            </a:lvl8pPr>
            <a:lvl9pPr lvl="8" algn="ctr">
              <a:lnSpc>
                <a:spcPct val="90000"/>
              </a:lnSpc>
              <a:spcBef>
                <a:spcPts val="1655"/>
              </a:spcBef>
              <a:spcAft>
                <a:spcPts val="0"/>
              </a:spcAft>
              <a:buClr>
                <a:schemeClr val="dk1"/>
              </a:buClr>
              <a:buSzPts val="5297"/>
              <a:buNone/>
              <a:defRPr sz="5297"/>
            </a:lvl9pPr>
          </a:lstStyle>
          <a:p/>
        </p:txBody>
      </p:sp>
      <p:sp>
        <p:nvSpPr>
          <p:cNvPr id="14" name="Google Shape;14;p5"/>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body"/>
          </p:nvPr>
        </p:nvSpPr>
        <p:spPr>
          <a:xfrm>
            <a:off x="2081421" y="11394520"/>
            <a:ext cx="26112371" cy="2715859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20" name="Google Shape;20;p6"/>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7"/>
          <p:cNvSpPr txBox="1"/>
          <p:nvPr>
            <p:ph type="title"/>
          </p:nvPr>
        </p:nvSpPr>
        <p:spPr>
          <a:xfrm>
            <a:off x="2065654" y="10671229"/>
            <a:ext cx="26112371" cy="1780517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9865"/>
              <a:buFont typeface="Calibri"/>
              <a:buNone/>
              <a:defRPr sz="1986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2065654" y="28644846"/>
            <a:ext cx="26112371" cy="9363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7946"/>
              <a:buNone/>
              <a:defRPr sz="7946">
                <a:solidFill>
                  <a:schemeClr val="dk1"/>
                </a:solidFill>
              </a:defRPr>
            </a:lvl1pPr>
            <a:lvl2pPr indent="-228600" lvl="1" marL="914400" algn="l">
              <a:lnSpc>
                <a:spcPct val="90000"/>
              </a:lnSpc>
              <a:spcBef>
                <a:spcPts val="1655"/>
              </a:spcBef>
              <a:spcAft>
                <a:spcPts val="0"/>
              </a:spcAft>
              <a:buClr>
                <a:srgbClr val="888888"/>
              </a:buClr>
              <a:buSzPts val="6622"/>
              <a:buNone/>
              <a:defRPr sz="6622">
                <a:solidFill>
                  <a:srgbClr val="888888"/>
                </a:solidFill>
              </a:defRPr>
            </a:lvl2pPr>
            <a:lvl3pPr indent="-228600" lvl="2" marL="1371600" algn="l">
              <a:lnSpc>
                <a:spcPct val="90000"/>
              </a:lnSpc>
              <a:spcBef>
                <a:spcPts val="1655"/>
              </a:spcBef>
              <a:spcAft>
                <a:spcPts val="0"/>
              </a:spcAft>
              <a:buClr>
                <a:srgbClr val="888888"/>
              </a:buClr>
              <a:buSzPts val="5960"/>
              <a:buNone/>
              <a:defRPr sz="5960">
                <a:solidFill>
                  <a:srgbClr val="888888"/>
                </a:solidFill>
              </a:defRPr>
            </a:lvl3pPr>
            <a:lvl4pPr indent="-228600" lvl="3" marL="1828800" algn="l">
              <a:lnSpc>
                <a:spcPct val="90000"/>
              </a:lnSpc>
              <a:spcBef>
                <a:spcPts val="1655"/>
              </a:spcBef>
              <a:spcAft>
                <a:spcPts val="0"/>
              </a:spcAft>
              <a:buClr>
                <a:srgbClr val="888888"/>
              </a:buClr>
              <a:buSzPts val="5297"/>
              <a:buNone/>
              <a:defRPr sz="5297">
                <a:solidFill>
                  <a:srgbClr val="888888"/>
                </a:solidFill>
              </a:defRPr>
            </a:lvl4pPr>
            <a:lvl5pPr indent="-228600" lvl="4" marL="2286000" algn="l">
              <a:lnSpc>
                <a:spcPct val="90000"/>
              </a:lnSpc>
              <a:spcBef>
                <a:spcPts val="1655"/>
              </a:spcBef>
              <a:spcAft>
                <a:spcPts val="0"/>
              </a:spcAft>
              <a:buClr>
                <a:srgbClr val="888888"/>
              </a:buClr>
              <a:buSzPts val="5297"/>
              <a:buNone/>
              <a:defRPr sz="5297">
                <a:solidFill>
                  <a:srgbClr val="888888"/>
                </a:solidFill>
              </a:defRPr>
            </a:lvl5pPr>
            <a:lvl6pPr indent="-228600" lvl="5" marL="2743200" algn="l">
              <a:lnSpc>
                <a:spcPct val="90000"/>
              </a:lnSpc>
              <a:spcBef>
                <a:spcPts val="1655"/>
              </a:spcBef>
              <a:spcAft>
                <a:spcPts val="0"/>
              </a:spcAft>
              <a:buClr>
                <a:srgbClr val="888888"/>
              </a:buClr>
              <a:buSzPts val="5297"/>
              <a:buNone/>
              <a:defRPr sz="5297">
                <a:solidFill>
                  <a:srgbClr val="888888"/>
                </a:solidFill>
              </a:defRPr>
            </a:lvl6pPr>
            <a:lvl7pPr indent="-228600" lvl="6" marL="3200400" algn="l">
              <a:lnSpc>
                <a:spcPct val="90000"/>
              </a:lnSpc>
              <a:spcBef>
                <a:spcPts val="1655"/>
              </a:spcBef>
              <a:spcAft>
                <a:spcPts val="0"/>
              </a:spcAft>
              <a:buClr>
                <a:srgbClr val="888888"/>
              </a:buClr>
              <a:buSzPts val="5297"/>
              <a:buNone/>
              <a:defRPr sz="5297">
                <a:solidFill>
                  <a:srgbClr val="888888"/>
                </a:solidFill>
              </a:defRPr>
            </a:lvl7pPr>
            <a:lvl8pPr indent="-228600" lvl="7" marL="3657600" algn="l">
              <a:lnSpc>
                <a:spcPct val="90000"/>
              </a:lnSpc>
              <a:spcBef>
                <a:spcPts val="1655"/>
              </a:spcBef>
              <a:spcAft>
                <a:spcPts val="0"/>
              </a:spcAft>
              <a:buClr>
                <a:srgbClr val="888888"/>
              </a:buClr>
              <a:buSzPts val="5297"/>
              <a:buNone/>
              <a:defRPr sz="5297">
                <a:solidFill>
                  <a:srgbClr val="888888"/>
                </a:solidFill>
              </a:defRPr>
            </a:lvl8pPr>
            <a:lvl9pPr indent="-228600" lvl="8" marL="4114800" algn="l">
              <a:lnSpc>
                <a:spcPct val="90000"/>
              </a:lnSpc>
              <a:spcBef>
                <a:spcPts val="1655"/>
              </a:spcBef>
              <a:spcAft>
                <a:spcPts val="0"/>
              </a:spcAft>
              <a:buClr>
                <a:srgbClr val="888888"/>
              </a:buClr>
              <a:buSzPts val="5297"/>
              <a:buNone/>
              <a:defRPr sz="5297">
                <a:solidFill>
                  <a:srgbClr val="888888"/>
                </a:solidFill>
              </a:defRPr>
            </a:lvl9pPr>
          </a:lstStyle>
          <a:p/>
        </p:txBody>
      </p:sp>
      <p:sp>
        <p:nvSpPr>
          <p:cNvPr id="26" name="Google Shape;26;p7"/>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8"/>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2081421" y="11394520"/>
            <a:ext cx="12866966" cy="2715859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32" name="Google Shape;32;p8"/>
          <p:cNvSpPr txBox="1"/>
          <p:nvPr>
            <p:ph idx="2" type="body"/>
          </p:nvPr>
        </p:nvSpPr>
        <p:spPr>
          <a:xfrm>
            <a:off x="15326826" y="11394520"/>
            <a:ext cx="12866966" cy="2715859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33" name="Google Shape;33;p8"/>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2085364"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2085368" y="10492870"/>
            <a:ext cx="12807832" cy="514239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7946"/>
              <a:buNone/>
              <a:defRPr b="1" sz="7946"/>
            </a:lvl1pPr>
            <a:lvl2pPr indent="-228600" lvl="1" marL="914400" algn="l">
              <a:lnSpc>
                <a:spcPct val="90000"/>
              </a:lnSpc>
              <a:spcBef>
                <a:spcPts val="1655"/>
              </a:spcBef>
              <a:spcAft>
                <a:spcPts val="0"/>
              </a:spcAft>
              <a:buClr>
                <a:schemeClr val="dk1"/>
              </a:buClr>
              <a:buSzPts val="6622"/>
              <a:buNone/>
              <a:defRPr b="1" sz="6622"/>
            </a:lvl2pPr>
            <a:lvl3pPr indent="-228600" lvl="2" marL="1371600" algn="l">
              <a:lnSpc>
                <a:spcPct val="90000"/>
              </a:lnSpc>
              <a:spcBef>
                <a:spcPts val="1655"/>
              </a:spcBef>
              <a:spcAft>
                <a:spcPts val="0"/>
              </a:spcAft>
              <a:buClr>
                <a:schemeClr val="dk1"/>
              </a:buClr>
              <a:buSzPts val="5960"/>
              <a:buNone/>
              <a:defRPr b="1" sz="5960"/>
            </a:lvl3pPr>
            <a:lvl4pPr indent="-228600" lvl="3" marL="1828800" algn="l">
              <a:lnSpc>
                <a:spcPct val="90000"/>
              </a:lnSpc>
              <a:spcBef>
                <a:spcPts val="1655"/>
              </a:spcBef>
              <a:spcAft>
                <a:spcPts val="0"/>
              </a:spcAft>
              <a:buClr>
                <a:schemeClr val="dk1"/>
              </a:buClr>
              <a:buSzPts val="5297"/>
              <a:buNone/>
              <a:defRPr b="1" sz="5297"/>
            </a:lvl4pPr>
            <a:lvl5pPr indent="-228600" lvl="4" marL="2286000" algn="l">
              <a:lnSpc>
                <a:spcPct val="90000"/>
              </a:lnSpc>
              <a:spcBef>
                <a:spcPts val="1655"/>
              </a:spcBef>
              <a:spcAft>
                <a:spcPts val="0"/>
              </a:spcAft>
              <a:buClr>
                <a:schemeClr val="dk1"/>
              </a:buClr>
              <a:buSzPts val="5297"/>
              <a:buNone/>
              <a:defRPr b="1" sz="5297"/>
            </a:lvl5pPr>
            <a:lvl6pPr indent="-228600" lvl="5" marL="2743200" algn="l">
              <a:lnSpc>
                <a:spcPct val="90000"/>
              </a:lnSpc>
              <a:spcBef>
                <a:spcPts val="1655"/>
              </a:spcBef>
              <a:spcAft>
                <a:spcPts val="0"/>
              </a:spcAft>
              <a:buClr>
                <a:schemeClr val="dk1"/>
              </a:buClr>
              <a:buSzPts val="5297"/>
              <a:buNone/>
              <a:defRPr b="1" sz="5297"/>
            </a:lvl6pPr>
            <a:lvl7pPr indent="-228600" lvl="6" marL="3200400" algn="l">
              <a:lnSpc>
                <a:spcPct val="90000"/>
              </a:lnSpc>
              <a:spcBef>
                <a:spcPts val="1655"/>
              </a:spcBef>
              <a:spcAft>
                <a:spcPts val="0"/>
              </a:spcAft>
              <a:buClr>
                <a:schemeClr val="dk1"/>
              </a:buClr>
              <a:buSzPts val="5297"/>
              <a:buNone/>
              <a:defRPr b="1" sz="5297"/>
            </a:lvl7pPr>
            <a:lvl8pPr indent="-228600" lvl="7" marL="3657600" algn="l">
              <a:lnSpc>
                <a:spcPct val="90000"/>
              </a:lnSpc>
              <a:spcBef>
                <a:spcPts val="1655"/>
              </a:spcBef>
              <a:spcAft>
                <a:spcPts val="0"/>
              </a:spcAft>
              <a:buClr>
                <a:schemeClr val="dk1"/>
              </a:buClr>
              <a:buSzPts val="5297"/>
              <a:buNone/>
              <a:defRPr b="1" sz="5297"/>
            </a:lvl8pPr>
            <a:lvl9pPr indent="-228600" lvl="8" marL="4114800" algn="l">
              <a:lnSpc>
                <a:spcPct val="90000"/>
              </a:lnSpc>
              <a:spcBef>
                <a:spcPts val="1655"/>
              </a:spcBef>
              <a:spcAft>
                <a:spcPts val="0"/>
              </a:spcAft>
              <a:buClr>
                <a:schemeClr val="dk1"/>
              </a:buClr>
              <a:buSzPts val="5297"/>
              <a:buNone/>
              <a:defRPr b="1" sz="5297"/>
            </a:lvl9pPr>
          </a:lstStyle>
          <a:p/>
        </p:txBody>
      </p:sp>
      <p:sp>
        <p:nvSpPr>
          <p:cNvPr id="39" name="Google Shape;39;p9"/>
          <p:cNvSpPr txBox="1"/>
          <p:nvPr>
            <p:ph idx="2" type="body"/>
          </p:nvPr>
        </p:nvSpPr>
        <p:spPr>
          <a:xfrm>
            <a:off x="2085368" y="15635264"/>
            <a:ext cx="12807832" cy="2299711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40" name="Google Shape;40;p9"/>
          <p:cNvSpPr txBox="1"/>
          <p:nvPr>
            <p:ph idx="3" type="body"/>
          </p:nvPr>
        </p:nvSpPr>
        <p:spPr>
          <a:xfrm>
            <a:off x="15326828" y="10492870"/>
            <a:ext cx="12870909" cy="514239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7946"/>
              <a:buNone/>
              <a:defRPr b="1" sz="7946"/>
            </a:lvl1pPr>
            <a:lvl2pPr indent="-228600" lvl="1" marL="914400" algn="l">
              <a:lnSpc>
                <a:spcPct val="90000"/>
              </a:lnSpc>
              <a:spcBef>
                <a:spcPts val="1655"/>
              </a:spcBef>
              <a:spcAft>
                <a:spcPts val="0"/>
              </a:spcAft>
              <a:buClr>
                <a:schemeClr val="dk1"/>
              </a:buClr>
              <a:buSzPts val="6622"/>
              <a:buNone/>
              <a:defRPr b="1" sz="6622"/>
            </a:lvl2pPr>
            <a:lvl3pPr indent="-228600" lvl="2" marL="1371600" algn="l">
              <a:lnSpc>
                <a:spcPct val="90000"/>
              </a:lnSpc>
              <a:spcBef>
                <a:spcPts val="1655"/>
              </a:spcBef>
              <a:spcAft>
                <a:spcPts val="0"/>
              </a:spcAft>
              <a:buClr>
                <a:schemeClr val="dk1"/>
              </a:buClr>
              <a:buSzPts val="5960"/>
              <a:buNone/>
              <a:defRPr b="1" sz="5960"/>
            </a:lvl3pPr>
            <a:lvl4pPr indent="-228600" lvl="3" marL="1828800" algn="l">
              <a:lnSpc>
                <a:spcPct val="90000"/>
              </a:lnSpc>
              <a:spcBef>
                <a:spcPts val="1655"/>
              </a:spcBef>
              <a:spcAft>
                <a:spcPts val="0"/>
              </a:spcAft>
              <a:buClr>
                <a:schemeClr val="dk1"/>
              </a:buClr>
              <a:buSzPts val="5297"/>
              <a:buNone/>
              <a:defRPr b="1" sz="5297"/>
            </a:lvl4pPr>
            <a:lvl5pPr indent="-228600" lvl="4" marL="2286000" algn="l">
              <a:lnSpc>
                <a:spcPct val="90000"/>
              </a:lnSpc>
              <a:spcBef>
                <a:spcPts val="1655"/>
              </a:spcBef>
              <a:spcAft>
                <a:spcPts val="0"/>
              </a:spcAft>
              <a:buClr>
                <a:schemeClr val="dk1"/>
              </a:buClr>
              <a:buSzPts val="5297"/>
              <a:buNone/>
              <a:defRPr b="1" sz="5297"/>
            </a:lvl5pPr>
            <a:lvl6pPr indent="-228600" lvl="5" marL="2743200" algn="l">
              <a:lnSpc>
                <a:spcPct val="90000"/>
              </a:lnSpc>
              <a:spcBef>
                <a:spcPts val="1655"/>
              </a:spcBef>
              <a:spcAft>
                <a:spcPts val="0"/>
              </a:spcAft>
              <a:buClr>
                <a:schemeClr val="dk1"/>
              </a:buClr>
              <a:buSzPts val="5297"/>
              <a:buNone/>
              <a:defRPr b="1" sz="5297"/>
            </a:lvl6pPr>
            <a:lvl7pPr indent="-228600" lvl="6" marL="3200400" algn="l">
              <a:lnSpc>
                <a:spcPct val="90000"/>
              </a:lnSpc>
              <a:spcBef>
                <a:spcPts val="1655"/>
              </a:spcBef>
              <a:spcAft>
                <a:spcPts val="0"/>
              </a:spcAft>
              <a:buClr>
                <a:schemeClr val="dk1"/>
              </a:buClr>
              <a:buSzPts val="5297"/>
              <a:buNone/>
              <a:defRPr b="1" sz="5297"/>
            </a:lvl7pPr>
            <a:lvl8pPr indent="-228600" lvl="7" marL="3657600" algn="l">
              <a:lnSpc>
                <a:spcPct val="90000"/>
              </a:lnSpc>
              <a:spcBef>
                <a:spcPts val="1655"/>
              </a:spcBef>
              <a:spcAft>
                <a:spcPts val="0"/>
              </a:spcAft>
              <a:buClr>
                <a:schemeClr val="dk1"/>
              </a:buClr>
              <a:buSzPts val="5297"/>
              <a:buNone/>
              <a:defRPr b="1" sz="5297"/>
            </a:lvl8pPr>
            <a:lvl9pPr indent="-228600" lvl="8" marL="4114800" algn="l">
              <a:lnSpc>
                <a:spcPct val="90000"/>
              </a:lnSpc>
              <a:spcBef>
                <a:spcPts val="1655"/>
              </a:spcBef>
              <a:spcAft>
                <a:spcPts val="0"/>
              </a:spcAft>
              <a:buClr>
                <a:schemeClr val="dk1"/>
              </a:buClr>
              <a:buSzPts val="5297"/>
              <a:buNone/>
              <a:defRPr b="1" sz="5297"/>
            </a:lvl9pPr>
          </a:lstStyle>
          <a:p/>
        </p:txBody>
      </p:sp>
      <p:sp>
        <p:nvSpPr>
          <p:cNvPr id="41" name="Google Shape;41;p9"/>
          <p:cNvSpPr txBox="1"/>
          <p:nvPr>
            <p:ph idx="4" type="body"/>
          </p:nvPr>
        </p:nvSpPr>
        <p:spPr>
          <a:xfrm>
            <a:off x="15326828" y="15635264"/>
            <a:ext cx="12870909" cy="2299711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42" name="Google Shape;42;p9"/>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0"/>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1"/>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2085364" y="2853584"/>
            <a:ext cx="9764544" cy="998754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0595"/>
              <a:buFont typeface="Calibri"/>
              <a:buNone/>
              <a:defRPr sz="1059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12870909" y="6162959"/>
            <a:ext cx="15326827" cy="30418415"/>
          </a:xfrm>
          <a:prstGeom prst="rect">
            <a:avLst/>
          </a:prstGeom>
          <a:noFill/>
          <a:ln>
            <a:noFill/>
          </a:ln>
        </p:spPr>
        <p:txBody>
          <a:bodyPr anchorCtr="0" anchor="t" bIns="45700" lIns="91425" spcFirstLastPara="1" rIns="91425" wrap="square" tIns="45700">
            <a:normAutofit/>
          </a:bodyPr>
          <a:lstStyle>
            <a:lvl1pPr indent="-901382" lvl="0" marL="457200" algn="l">
              <a:lnSpc>
                <a:spcPct val="90000"/>
              </a:lnSpc>
              <a:spcBef>
                <a:spcPts val="3311"/>
              </a:spcBef>
              <a:spcAft>
                <a:spcPts val="0"/>
              </a:spcAft>
              <a:buClr>
                <a:schemeClr val="dk1"/>
              </a:buClr>
              <a:buSzPts val="10595"/>
              <a:buChar char="•"/>
              <a:defRPr sz="10595"/>
            </a:lvl1pPr>
            <a:lvl2pPr indent="-817308" lvl="1" marL="914400" algn="l">
              <a:lnSpc>
                <a:spcPct val="90000"/>
              </a:lnSpc>
              <a:spcBef>
                <a:spcPts val="1655"/>
              </a:spcBef>
              <a:spcAft>
                <a:spcPts val="0"/>
              </a:spcAft>
              <a:buClr>
                <a:schemeClr val="dk1"/>
              </a:buClr>
              <a:buSzPts val="9271"/>
              <a:buChar char="•"/>
              <a:defRPr sz="9271"/>
            </a:lvl2pPr>
            <a:lvl3pPr indent="-733171" lvl="2" marL="1371600" algn="l">
              <a:lnSpc>
                <a:spcPct val="90000"/>
              </a:lnSpc>
              <a:spcBef>
                <a:spcPts val="1655"/>
              </a:spcBef>
              <a:spcAft>
                <a:spcPts val="0"/>
              </a:spcAft>
              <a:buClr>
                <a:schemeClr val="dk1"/>
              </a:buClr>
              <a:buSzPts val="7946"/>
              <a:buChar char="•"/>
              <a:defRPr sz="7946"/>
            </a:lvl3pPr>
            <a:lvl4pPr indent="-649097" lvl="3" marL="1828800" algn="l">
              <a:lnSpc>
                <a:spcPct val="90000"/>
              </a:lnSpc>
              <a:spcBef>
                <a:spcPts val="1655"/>
              </a:spcBef>
              <a:spcAft>
                <a:spcPts val="0"/>
              </a:spcAft>
              <a:buClr>
                <a:schemeClr val="dk1"/>
              </a:buClr>
              <a:buSzPts val="6622"/>
              <a:buChar char="•"/>
              <a:defRPr sz="6622"/>
            </a:lvl4pPr>
            <a:lvl5pPr indent="-649097" lvl="4" marL="2286000" algn="l">
              <a:lnSpc>
                <a:spcPct val="90000"/>
              </a:lnSpc>
              <a:spcBef>
                <a:spcPts val="1655"/>
              </a:spcBef>
              <a:spcAft>
                <a:spcPts val="0"/>
              </a:spcAft>
              <a:buClr>
                <a:schemeClr val="dk1"/>
              </a:buClr>
              <a:buSzPts val="6622"/>
              <a:buChar char="•"/>
              <a:defRPr sz="6622"/>
            </a:lvl5pPr>
            <a:lvl6pPr indent="-649097" lvl="5" marL="2743200" algn="l">
              <a:lnSpc>
                <a:spcPct val="90000"/>
              </a:lnSpc>
              <a:spcBef>
                <a:spcPts val="1655"/>
              </a:spcBef>
              <a:spcAft>
                <a:spcPts val="0"/>
              </a:spcAft>
              <a:buClr>
                <a:schemeClr val="dk1"/>
              </a:buClr>
              <a:buSzPts val="6622"/>
              <a:buChar char="•"/>
              <a:defRPr sz="6622"/>
            </a:lvl6pPr>
            <a:lvl7pPr indent="-649097" lvl="6" marL="3200400" algn="l">
              <a:lnSpc>
                <a:spcPct val="90000"/>
              </a:lnSpc>
              <a:spcBef>
                <a:spcPts val="1655"/>
              </a:spcBef>
              <a:spcAft>
                <a:spcPts val="0"/>
              </a:spcAft>
              <a:buClr>
                <a:schemeClr val="dk1"/>
              </a:buClr>
              <a:buSzPts val="6622"/>
              <a:buChar char="•"/>
              <a:defRPr sz="6622"/>
            </a:lvl7pPr>
            <a:lvl8pPr indent="-649097" lvl="7" marL="3657600" algn="l">
              <a:lnSpc>
                <a:spcPct val="90000"/>
              </a:lnSpc>
              <a:spcBef>
                <a:spcPts val="1655"/>
              </a:spcBef>
              <a:spcAft>
                <a:spcPts val="0"/>
              </a:spcAft>
              <a:buClr>
                <a:schemeClr val="dk1"/>
              </a:buClr>
              <a:buSzPts val="6622"/>
              <a:buChar char="•"/>
              <a:defRPr sz="6622"/>
            </a:lvl8pPr>
            <a:lvl9pPr indent="-649096" lvl="8" marL="4114800" algn="l">
              <a:lnSpc>
                <a:spcPct val="90000"/>
              </a:lnSpc>
              <a:spcBef>
                <a:spcPts val="1655"/>
              </a:spcBef>
              <a:spcAft>
                <a:spcPts val="0"/>
              </a:spcAft>
              <a:buClr>
                <a:schemeClr val="dk1"/>
              </a:buClr>
              <a:buSzPts val="6622"/>
              <a:buChar char="•"/>
              <a:defRPr sz="6622"/>
            </a:lvl9pPr>
          </a:lstStyle>
          <a:p/>
        </p:txBody>
      </p:sp>
      <p:sp>
        <p:nvSpPr>
          <p:cNvPr id="57" name="Google Shape;57;p12"/>
          <p:cNvSpPr txBox="1"/>
          <p:nvPr>
            <p:ph idx="2" type="body"/>
          </p:nvPr>
        </p:nvSpPr>
        <p:spPr>
          <a:xfrm>
            <a:off x="2085364" y="12841129"/>
            <a:ext cx="9764544" cy="2378978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5297"/>
              <a:buNone/>
              <a:defRPr sz="5297"/>
            </a:lvl1pPr>
            <a:lvl2pPr indent="-228600" lvl="1" marL="914400" algn="l">
              <a:lnSpc>
                <a:spcPct val="90000"/>
              </a:lnSpc>
              <a:spcBef>
                <a:spcPts val="1655"/>
              </a:spcBef>
              <a:spcAft>
                <a:spcPts val="0"/>
              </a:spcAft>
              <a:buClr>
                <a:schemeClr val="dk1"/>
              </a:buClr>
              <a:buSzPts val="4635"/>
              <a:buNone/>
              <a:defRPr sz="4635"/>
            </a:lvl2pPr>
            <a:lvl3pPr indent="-228600" lvl="2" marL="1371600" algn="l">
              <a:lnSpc>
                <a:spcPct val="90000"/>
              </a:lnSpc>
              <a:spcBef>
                <a:spcPts val="1655"/>
              </a:spcBef>
              <a:spcAft>
                <a:spcPts val="0"/>
              </a:spcAft>
              <a:buClr>
                <a:schemeClr val="dk1"/>
              </a:buClr>
              <a:buSzPts val="3973"/>
              <a:buNone/>
              <a:defRPr sz="3973"/>
            </a:lvl3pPr>
            <a:lvl4pPr indent="-228600" lvl="3" marL="1828800" algn="l">
              <a:lnSpc>
                <a:spcPct val="90000"/>
              </a:lnSpc>
              <a:spcBef>
                <a:spcPts val="1655"/>
              </a:spcBef>
              <a:spcAft>
                <a:spcPts val="0"/>
              </a:spcAft>
              <a:buClr>
                <a:schemeClr val="dk1"/>
              </a:buClr>
              <a:buSzPts val="3311"/>
              <a:buNone/>
              <a:defRPr sz="3311"/>
            </a:lvl4pPr>
            <a:lvl5pPr indent="-228600" lvl="4" marL="2286000" algn="l">
              <a:lnSpc>
                <a:spcPct val="90000"/>
              </a:lnSpc>
              <a:spcBef>
                <a:spcPts val="1655"/>
              </a:spcBef>
              <a:spcAft>
                <a:spcPts val="0"/>
              </a:spcAft>
              <a:buClr>
                <a:schemeClr val="dk1"/>
              </a:buClr>
              <a:buSzPts val="3311"/>
              <a:buNone/>
              <a:defRPr sz="3311"/>
            </a:lvl5pPr>
            <a:lvl6pPr indent="-228600" lvl="5" marL="2743200" algn="l">
              <a:lnSpc>
                <a:spcPct val="90000"/>
              </a:lnSpc>
              <a:spcBef>
                <a:spcPts val="1655"/>
              </a:spcBef>
              <a:spcAft>
                <a:spcPts val="0"/>
              </a:spcAft>
              <a:buClr>
                <a:schemeClr val="dk1"/>
              </a:buClr>
              <a:buSzPts val="3311"/>
              <a:buNone/>
              <a:defRPr sz="3311"/>
            </a:lvl6pPr>
            <a:lvl7pPr indent="-228600" lvl="6" marL="3200400" algn="l">
              <a:lnSpc>
                <a:spcPct val="90000"/>
              </a:lnSpc>
              <a:spcBef>
                <a:spcPts val="1655"/>
              </a:spcBef>
              <a:spcAft>
                <a:spcPts val="0"/>
              </a:spcAft>
              <a:buClr>
                <a:schemeClr val="dk1"/>
              </a:buClr>
              <a:buSzPts val="3311"/>
              <a:buNone/>
              <a:defRPr sz="3311"/>
            </a:lvl7pPr>
            <a:lvl8pPr indent="-228600" lvl="7" marL="3657600" algn="l">
              <a:lnSpc>
                <a:spcPct val="90000"/>
              </a:lnSpc>
              <a:spcBef>
                <a:spcPts val="1655"/>
              </a:spcBef>
              <a:spcAft>
                <a:spcPts val="0"/>
              </a:spcAft>
              <a:buClr>
                <a:schemeClr val="dk1"/>
              </a:buClr>
              <a:buSzPts val="3311"/>
              <a:buNone/>
              <a:defRPr sz="3311"/>
            </a:lvl8pPr>
            <a:lvl9pPr indent="-228600" lvl="8" marL="4114800" algn="l">
              <a:lnSpc>
                <a:spcPct val="90000"/>
              </a:lnSpc>
              <a:spcBef>
                <a:spcPts val="1655"/>
              </a:spcBef>
              <a:spcAft>
                <a:spcPts val="0"/>
              </a:spcAft>
              <a:buClr>
                <a:schemeClr val="dk1"/>
              </a:buClr>
              <a:buSzPts val="3311"/>
              <a:buNone/>
              <a:defRPr sz="3311"/>
            </a:lvl9pPr>
          </a:lstStyle>
          <a:p/>
        </p:txBody>
      </p:sp>
      <p:sp>
        <p:nvSpPr>
          <p:cNvPr id="58" name="Google Shape;58;p12"/>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2085364" y="2853584"/>
            <a:ext cx="9764544" cy="998754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0595"/>
              <a:buFont typeface="Calibri"/>
              <a:buNone/>
              <a:defRPr sz="1059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12870909" y="6162959"/>
            <a:ext cx="15326827" cy="30418415"/>
          </a:xfrm>
          <a:prstGeom prst="rect">
            <a:avLst/>
          </a:prstGeom>
          <a:noFill/>
          <a:ln>
            <a:noFill/>
          </a:ln>
        </p:spPr>
      </p:sp>
      <p:sp>
        <p:nvSpPr>
          <p:cNvPr id="64" name="Google Shape;64;p13"/>
          <p:cNvSpPr txBox="1"/>
          <p:nvPr>
            <p:ph idx="1" type="body"/>
          </p:nvPr>
        </p:nvSpPr>
        <p:spPr>
          <a:xfrm>
            <a:off x="2085364" y="12841129"/>
            <a:ext cx="9764544" cy="2378978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5297"/>
              <a:buNone/>
              <a:defRPr sz="5297"/>
            </a:lvl1pPr>
            <a:lvl2pPr indent="-228600" lvl="1" marL="914400" algn="l">
              <a:lnSpc>
                <a:spcPct val="90000"/>
              </a:lnSpc>
              <a:spcBef>
                <a:spcPts val="1655"/>
              </a:spcBef>
              <a:spcAft>
                <a:spcPts val="0"/>
              </a:spcAft>
              <a:buClr>
                <a:schemeClr val="dk1"/>
              </a:buClr>
              <a:buSzPts val="4635"/>
              <a:buNone/>
              <a:defRPr sz="4635"/>
            </a:lvl2pPr>
            <a:lvl3pPr indent="-228600" lvl="2" marL="1371600" algn="l">
              <a:lnSpc>
                <a:spcPct val="90000"/>
              </a:lnSpc>
              <a:spcBef>
                <a:spcPts val="1655"/>
              </a:spcBef>
              <a:spcAft>
                <a:spcPts val="0"/>
              </a:spcAft>
              <a:buClr>
                <a:schemeClr val="dk1"/>
              </a:buClr>
              <a:buSzPts val="3973"/>
              <a:buNone/>
              <a:defRPr sz="3973"/>
            </a:lvl3pPr>
            <a:lvl4pPr indent="-228600" lvl="3" marL="1828800" algn="l">
              <a:lnSpc>
                <a:spcPct val="90000"/>
              </a:lnSpc>
              <a:spcBef>
                <a:spcPts val="1655"/>
              </a:spcBef>
              <a:spcAft>
                <a:spcPts val="0"/>
              </a:spcAft>
              <a:buClr>
                <a:schemeClr val="dk1"/>
              </a:buClr>
              <a:buSzPts val="3311"/>
              <a:buNone/>
              <a:defRPr sz="3311"/>
            </a:lvl4pPr>
            <a:lvl5pPr indent="-228600" lvl="4" marL="2286000" algn="l">
              <a:lnSpc>
                <a:spcPct val="90000"/>
              </a:lnSpc>
              <a:spcBef>
                <a:spcPts val="1655"/>
              </a:spcBef>
              <a:spcAft>
                <a:spcPts val="0"/>
              </a:spcAft>
              <a:buClr>
                <a:schemeClr val="dk1"/>
              </a:buClr>
              <a:buSzPts val="3311"/>
              <a:buNone/>
              <a:defRPr sz="3311"/>
            </a:lvl5pPr>
            <a:lvl6pPr indent="-228600" lvl="5" marL="2743200" algn="l">
              <a:lnSpc>
                <a:spcPct val="90000"/>
              </a:lnSpc>
              <a:spcBef>
                <a:spcPts val="1655"/>
              </a:spcBef>
              <a:spcAft>
                <a:spcPts val="0"/>
              </a:spcAft>
              <a:buClr>
                <a:schemeClr val="dk1"/>
              </a:buClr>
              <a:buSzPts val="3311"/>
              <a:buNone/>
              <a:defRPr sz="3311"/>
            </a:lvl6pPr>
            <a:lvl7pPr indent="-228600" lvl="6" marL="3200400" algn="l">
              <a:lnSpc>
                <a:spcPct val="90000"/>
              </a:lnSpc>
              <a:spcBef>
                <a:spcPts val="1655"/>
              </a:spcBef>
              <a:spcAft>
                <a:spcPts val="0"/>
              </a:spcAft>
              <a:buClr>
                <a:schemeClr val="dk1"/>
              </a:buClr>
              <a:buSzPts val="3311"/>
              <a:buNone/>
              <a:defRPr sz="3311"/>
            </a:lvl7pPr>
            <a:lvl8pPr indent="-228600" lvl="7" marL="3657600" algn="l">
              <a:lnSpc>
                <a:spcPct val="90000"/>
              </a:lnSpc>
              <a:spcBef>
                <a:spcPts val="1655"/>
              </a:spcBef>
              <a:spcAft>
                <a:spcPts val="0"/>
              </a:spcAft>
              <a:buClr>
                <a:schemeClr val="dk1"/>
              </a:buClr>
              <a:buSzPts val="3311"/>
              <a:buNone/>
              <a:defRPr sz="3311"/>
            </a:lvl8pPr>
            <a:lvl9pPr indent="-228600" lvl="8" marL="4114800" algn="l">
              <a:lnSpc>
                <a:spcPct val="90000"/>
              </a:lnSpc>
              <a:spcBef>
                <a:spcPts val="1655"/>
              </a:spcBef>
              <a:spcAft>
                <a:spcPts val="0"/>
              </a:spcAft>
              <a:buClr>
                <a:schemeClr val="dk1"/>
              </a:buClr>
              <a:buSzPts val="3311"/>
              <a:buNone/>
              <a:defRPr sz="3311"/>
            </a:lvl9pPr>
          </a:lstStyle>
          <a:p/>
        </p:txBody>
      </p:sp>
      <p:sp>
        <p:nvSpPr>
          <p:cNvPr id="65" name="Google Shape;65;p13"/>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1558310" y="11917631"/>
            <a:ext cx="27158594" cy="261123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71" name="Google Shape;71;p14"/>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6792642" y="17151963"/>
            <a:ext cx="36274211" cy="652809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6452763" y="10813091"/>
            <a:ext cx="36274211" cy="192058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77" name="Google Shape;77;p15"/>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4568"/>
              <a:buFont typeface="Calibri"/>
              <a:buNone/>
              <a:defRPr b="0" i="0" sz="14567"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2081421" y="11394520"/>
            <a:ext cx="26112371" cy="27158594"/>
          </a:xfrm>
          <a:prstGeom prst="rect">
            <a:avLst/>
          </a:prstGeom>
          <a:noFill/>
          <a:ln>
            <a:noFill/>
          </a:ln>
        </p:spPr>
        <p:txBody>
          <a:bodyPr anchorCtr="0" anchor="t" bIns="45700" lIns="91425" spcFirstLastPara="1" rIns="91425" wrap="square" tIns="45700">
            <a:normAutofit/>
          </a:bodyPr>
          <a:lstStyle>
            <a:lvl1pPr indent="-817308" lvl="0" marL="457200" marR="0" rtl="0" algn="l">
              <a:lnSpc>
                <a:spcPct val="90000"/>
              </a:lnSpc>
              <a:spcBef>
                <a:spcPts val="3311"/>
              </a:spcBef>
              <a:spcAft>
                <a:spcPts val="0"/>
              </a:spcAft>
              <a:buClr>
                <a:schemeClr val="dk1"/>
              </a:buClr>
              <a:buSzPts val="9271"/>
              <a:buFont typeface="Arial"/>
              <a:buChar char="•"/>
              <a:defRPr b="0" i="0" sz="9271" u="none" cap="none" strike="noStrike">
                <a:solidFill>
                  <a:schemeClr val="dk1"/>
                </a:solidFill>
                <a:latin typeface="Calibri"/>
                <a:ea typeface="Calibri"/>
                <a:cs typeface="Calibri"/>
                <a:sym typeface="Calibri"/>
              </a:defRPr>
            </a:lvl1pPr>
            <a:lvl2pPr indent="-733171" lvl="1" marL="914400" marR="0" rtl="0" algn="l">
              <a:lnSpc>
                <a:spcPct val="90000"/>
              </a:lnSpc>
              <a:spcBef>
                <a:spcPts val="1655"/>
              </a:spcBef>
              <a:spcAft>
                <a:spcPts val="0"/>
              </a:spcAft>
              <a:buClr>
                <a:schemeClr val="dk1"/>
              </a:buClr>
              <a:buSzPts val="7946"/>
              <a:buFont typeface="Arial"/>
              <a:buChar char="•"/>
              <a:defRPr b="0" i="0" sz="7946" u="none" cap="none" strike="noStrike">
                <a:solidFill>
                  <a:schemeClr val="dk1"/>
                </a:solidFill>
                <a:latin typeface="Calibri"/>
                <a:ea typeface="Calibri"/>
                <a:cs typeface="Calibri"/>
                <a:sym typeface="Calibri"/>
              </a:defRPr>
            </a:lvl2pPr>
            <a:lvl3pPr indent="-649097" lvl="2" marL="1371600" marR="0" rtl="0" algn="l">
              <a:lnSpc>
                <a:spcPct val="90000"/>
              </a:lnSpc>
              <a:spcBef>
                <a:spcPts val="1655"/>
              </a:spcBef>
              <a:spcAft>
                <a:spcPts val="0"/>
              </a:spcAft>
              <a:buClr>
                <a:schemeClr val="dk1"/>
              </a:buClr>
              <a:buSzPts val="6622"/>
              <a:buFont typeface="Arial"/>
              <a:buChar char="•"/>
              <a:defRPr b="0" i="0" sz="6622" u="none" cap="none" strike="noStrike">
                <a:solidFill>
                  <a:schemeClr val="dk1"/>
                </a:solidFill>
                <a:latin typeface="Calibri"/>
                <a:ea typeface="Calibri"/>
                <a:cs typeface="Calibri"/>
                <a:sym typeface="Calibri"/>
              </a:defRPr>
            </a:lvl3pPr>
            <a:lvl4pPr indent="-607060" lvl="3" marL="1828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4pPr>
            <a:lvl5pPr indent="-607060" lvl="4" marL="22860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973"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973"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3973"/>
              <a:buFont typeface="Arial"/>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4.png"/><Relationship Id="rId13" Type="http://schemas.openxmlformats.org/officeDocument/2006/relationships/image" Target="../media/image2.pn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3"/>
          <p:cNvSpPr/>
          <p:nvPr/>
        </p:nvSpPr>
        <p:spPr>
          <a:xfrm>
            <a:off x="28048" y="4933699"/>
            <a:ext cx="30275213" cy="5288946"/>
          </a:xfrm>
          <a:prstGeom prst="rect">
            <a:avLst/>
          </a:prstGeom>
          <a:solidFill>
            <a:srgbClr val="A5A5A5">
              <a:alpha val="28627"/>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 name="Google Shape;85;p3"/>
          <p:cNvSpPr txBox="1"/>
          <p:nvPr/>
        </p:nvSpPr>
        <p:spPr>
          <a:xfrm>
            <a:off x="2076930" y="4933699"/>
            <a:ext cx="26868848" cy="3010041"/>
          </a:xfrm>
          <a:prstGeom prst="rect">
            <a:avLst/>
          </a:prstGeom>
          <a:noFill/>
          <a:ln>
            <a:noFill/>
          </a:ln>
        </p:spPr>
        <p:txBody>
          <a:bodyPr anchorCtr="0" anchor="b" bIns="45700" lIns="91425" spcFirstLastPara="1" rIns="91425" wrap="square" tIns="45700">
            <a:normAutofit fontScale="70000"/>
          </a:bodyPr>
          <a:lstStyle/>
          <a:p>
            <a:pPr indent="0" lvl="0" marL="0" marR="0" rtl="0" algn="ctr">
              <a:lnSpc>
                <a:spcPct val="90000"/>
              </a:lnSpc>
              <a:spcBef>
                <a:spcPts val="0"/>
              </a:spcBef>
              <a:spcAft>
                <a:spcPts val="0"/>
              </a:spcAft>
              <a:buClr>
                <a:srgbClr val="3A4664"/>
              </a:buClr>
              <a:buSzPct val="100000"/>
              <a:buFont typeface="Twentieth Century"/>
              <a:buNone/>
            </a:pPr>
            <a:r>
              <a:rPr b="1" lang="es-ES" sz="9600">
                <a:solidFill>
                  <a:srgbClr val="3A4664"/>
                </a:solidFill>
                <a:latin typeface="Quattrocento Sans"/>
                <a:ea typeface="Quattrocento Sans"/>
                <a:cs typeface="Quattrocento Sans"/>
                <a:sym typeface="Quattrocento Sans"/>
              </a:rPr>
              <a:t>CARACTERIZACIÓN DE PATRONES SINÓPTICOS QUE FAVORECEN TORMENTAS ELÉCTRICAS DE VERANO EN LA CORDILLERA DE LOS ANDES DE LA ZONA CENTRO-SUR DE CHILE</a:t>
            </a:r>
            <a:endParaRPr b="0" i="0" sz="1400" u="none" cap="none" strike="noStrike">
              <a:solidFill>
                <a:srgbClr val="000000"/>
              </a:solidFill>
              <a:latin typeface="Quattrocento Sans"/>
              <a:ea typeface="Quattrocento Sans"/>
              <a:cs typeface="Quattrocento Sans"/>
              <a:sym typeface="Quattrocento Sans"/>
            </a:endParaRPr>
          </a:p>
        </p:txBody>
      </p:sp>
      <p:sp>
        <p:nvSpPr>
          <p:cNvPr id="86" name="Google Shape;86;p3"/>
          <p:cNvSpPr txBox="1"/>
          <p:nvPr/>
        </p:nvSpPr>
        <p:spPr>
          <a:xfrm>
            <a:off x="28050" y="8044128"/>
            <a:ext cx="30275100" cy="1939500"/>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ctr">
              <a:lnSpc>
                <a:spcPct val="90000"/>
              </a:lnSpc>
              <a:spcBef>
                <a:spcPts val="0"/>
              </a:spcBef>
              <a:spcAft>
                <a:spcPts val="0"/>
              </a:spcAft>
              <a:buClr>
                <a:srgbClr val="3A4664"/>
              </a:buClr>
              <a:buSzPts val="1350"/>
              <a:buFont typeface="Arial"/>
              <a:buNone/>
            </a:pPr>
            <a:r>
              <a:rPr lang="es-ES" sz="21600">
                <a:solidFill>
                  <a:srgbClr val="3A4664"/>
                </a:solidFill>
                <a:latin typeface="Quattrocento Sans"/>
                <a:ea typeface="Quattrocento Sans"/>
                <a:cs typeface="Quattrocento Sans"/>
                <a:sym typeface="Quattrocento Sans"/>
              </a:rPr>
              <a:t>Francisco Gómez Serrano </a:t>
            </a:r>
            <a:endParaRPr sz="21600">
              <a:solidFill>
                <a:srgbClr val="3A4664"/>
              </a:solidFill>
              <a:latin typeface="Quattrocento Sans"/>
              <a:ea typeface="Quattrocento Sans"/>
              <a:cs typeface="Quattrocento Sans"/>
              <a:sym typeface="Quattrocento Sans"/>
            </a:endParaRPr>
          </a:p>
          <a:p>
            <a:pPr indent="0" lvl="0" marL="0" marR="0" rtl="0" algn="ctr">
              <a:lnSpc>
                <a:spcPct val="90000"/>
              </a:lnSpc>
              <a:spcBef>
                <a:spcPts val="0"/>
              </a:spcBef>
              <a:spcAft>
                <a:spcPts val="0"/>
              </a:spcAft>
              <a:buClr>
                <a:srgbClr val="3A4664"/>
              </a:buClr>
              <a:buSzPts val="1350"/>
              <a:buFont typeface="Arial"/>
              <a:buNone/>
            </a:pPr>
            <a:r>
              <a:rPr lang="es-ES" sz="21600">
                <a:solidFill>
                  <a:srgbClr val="3A4664"/>
                </a:solidFill>
                <a:latin typeface="Quattrocento Sans"/>
                <a:ea typeface="Quattrocento Sans"/>
                <a:cs typeface="Quattrocento Sans"/>
                <a:sym typeface="Quattrocento Sans"/>
              </a:rPr>
              <a:t>Prof. Guía: René Garreaud</a:t>
            </a:r>
            <a:endParaRPr sz="21600">
              <a:solidFill>
                <a:srgbClr val="3A4664"/>
              </a:solidFill>
              <a:latin typeface="Quattrocento Sans"/>
              <a:ea typeface="Quattrocento Sans"/>
              <a:cs typeface="Quattrocento Sans"/>
              <a:sym typeface="Quattrocento Sans"/>
            </a:endParaRPr>
          </a:p>
          <a:p>
            <a:pPr indent="0" lvl="0" marL="0" marR="0" rtl="0" algn="ctr">
              <a:lnSpc>
                <a:spcPct val="90000"/>
              </a:lnSpc>
              <a:spcBef>
                <a:spcPts val="0"/>
              </a:spcBef>
              <a:spcAft>
                <a:spcPts val="0"/>
              </a:spcAft>
              <a:buClr>
                <a:srgbClr val="3A4664"/>
              </a:buClr>
              <a:buSzPts val="1350"/>
              <a:buFont typeface="Arial"/>
              <a:buNone/>
            </a:pPr>
            <a:r>
              <a:rPr b="0" i="0" lang="es-ES" sz="21600" u="none" cap="none" strike="noStrike">
                <a:solidFill>
                  <a:srgbClr val="3A4664"/>
                </a:solidFill>
                <a:latin typeface="Quattrocento Sans"/>
                <a:ea typeface="Quattrocento Sans"/>
                <a:cs typeface="Quattrocento Sans"/>
                <a:sym typeface="Quattrocento Sans"/>
              </a:rPr>
              <a:t>Magíster</a:t>
            </a:r>
            <a:r>
              <a:rPr lang="es-ES" sz="21600">
                <a:solidFill>
                  <a:srgbClr val="3A4664"/>
                </a:solidFill>
                <a:latin typeface="Quattrocento Sans"/>
                <a:ea typeface="Quattrocento Sans"/>
                <a:cs typeface="Quattrocento Sans"/>
                <a:sym typeface="Quattrocento Sans"/>
              </a:rPr>
              <a:t> en Meteorología y Climatología</a:t>
            </a:r>
            <a:r>
              <a:rPr b="0" i="0" lang="es-ES" sz="21600" u="none" cap="none" strike="noStrike">
                <a:solidFill>
                  <a:srgbClr val="3A4664"/>
                </a:solidFill>
                <a:latin typeface="Quattrocento Sans"/>
                <a:ea typeface="Quattrocento Sans"/>
                <a:cs typeface="Quattrocento Sans"/>
                <a:sym typeface="Quattrocento Sans"/>
              </a:rPr>
              <a:t>, FCFM, Universidad de Chile</a:t>
            </a:r>
            <a:endParaRPr b="0" i="0" sz="21600" u="none" cap="none" strike="noStrike">
              <a:solidFill>
                <a:srgbClr val="000000"/>
              </a:solidFill>
              <a:latin typeface="Quattrocento Sans"/>
              <a:ea typeface="Quattrocento Sans"/>
              <a:cs typeface="Quattrocento Sans"/>
              <a:sym typeface="Quattrocento Sans"/>
            </a:endParaRPr>
          </a:p>
          <a:p>
            <a:pPr indent="0" lvl="0" marL="0" marR="0" rtl="0" algn="ctr">
              <a:lnSpc>
                <a:spcPct val="90000"/>
              </a:lnSpc>
              <a:spcBef>
                <a:spcPts val="3311"/>
              </a:spcBef>
              <a:spcAft>
                <a:spcPts val="0"/>
              </a:spcAft>
              <a:buClr>
                <a:schemeClr val="dk1"/>
              </a:buClr>
              <a:buSzPct val="100000"/>
              <a:buFont typeface="Arial"/>
              <a:buNone/>
            </a:pPr>
            <a:r>
              <a:t/>
            </a:r>
            <a:endParaRPr b="0" i="0" sz="8000" u="none" cap="none" strike="noStrike">
              <a:solidFill>
                <a:schemeClr val="dk1"/>
              </a:solidFill>
              <a:latin typeface="Calibri"/>
              <a:ea typeface="Calibri"/>
              <a:cs typeface="Calibri"/>
              <a:sym typeface="Calibri"/>
            </a:endParaRPr>
          </a:p>
        </p:txBody>
      </p:sp>
      <p:sp>
        <p:nvSpPr>
          <p:cNvPr id="87" name="Google Shape;87;p3"/>
          <p:cNvSpPr txBox="1"/>
          <p:nvPr/>
        </p:nvSpPr>
        <p:spPr>
          <a:xfrm>
            <a:off x="875799" y="20046311"/>
            <a:ext cx="28823215" cy="1354777"/>
          </a:xfrm>
          <a:prstGeom prst="rect">
            <a:avLst/>
          </a:prstGeom>
          <a:solidFill>
            <a:srgbClr val="304495"/>
          </a:solidFill>
          <a:ln>
            <a:noFill/>
          </a:ln>
        </p:spPr>
        <p:txBody>
          <a:bodyPr anchorCtr="0" anchor="ctr" bIns="0" lIns="1080000" spcFirstLastPara="1" rIns="1080000" wrap="square" tIns="0">
            <a:normAutofit fontScale="97500"/>
          </a:bodyPr>
          <a:lstStyle/>
          <a:p>
            <a:pPr indent="0" lvl="0" marL="0" marR="0" rtl="0" algn="l">
              <a:lnSpc>
                <a:spcPct val="90000"/>
              </a:lnSpc>
              <a:spcBef>
                <a:spcPts val="0"/>
              </a:spcBef>
              <a:spcAft>
                <a:spcPts val="0"/>
              </a:spcAft>
              <a:buClr>
                <a:schemeClr val="lt1"/>
              </a:buClr>
              <a:buSzPct val="100000"/>
              <a:buFont typeface="Twentieth Century"/>
              <a:buNone/>
            </a:pPr>
            <a:r>
              <a:rPr b="0" i="0" lang="es-ES" sz="6000" u="none" cap="none" strike="noStrike">
                <a:solidFill>
                  <a:schemeClr val="lt1"/>
                </a:solidFill>
                <a:latin typeface="Quattrocento Sans"/>
                <a:ea typeface="Quattrocento Sans"/>
                <a:cs typeface="Quattrocento Sans"/>
                <a:sym typeface="Quattrocento Sans"/>
              </a:rPr>
              <a:t>METODOLOGÍA PROPUESTA</a:t>
            </a:r>
            <a:endParaRPr b="0" i="0" sz="6000" u="none" cap="none" strike="noStrike">
              <a:solidFill>
                <a:schemeClr val="lt1"/>
              </a:solidFill>
              <a:latin typeface="Quattrocento Sans"/>
              <a:ea typeface="Quattrocento Sans"/>
              <a:cs typeface="Quattrocento Sans"/>
              <a:sym typeface="Quattrocento Sans"/>
            </a:endParaRPr>
          </a:p>
        </p:txBody>
      </p:sp>
      <p:sp>
        <p:nvSpPr>
          <p:cNvPr id="88" name="Google Shape;88;p3"/>
          <p:cNvSpPr txBox="1"/>
          <p:nvPr/>
        </p:nvSpPr>
        <p:spPr>
          <a:xfrm>
            <a:off x="836205" y="31488382"/>
            <a:ext cx="28851600" cy="4647000"/>
          </a:xfrm>
          <a:prstGeom prst="rect">
            <a:avLst/>
          </a:prstGeom>
          <a:solidFill>
            <a:srgbClr val="D5DBE5"/>
          </a:solidFill>
          <a:ln>
            <a:noFill/>
          </a:ln>
        </p:spPr>
        <p:txBody>
          <a:bodyPr anchorCtr="0" anchor="t" bIns="540000" lIns="1080000" spcFirstLastPara="1" rIns="1080000" wrap="square" tIns="540000">
            <a:noAutofit/>
          </a:bodyPr>
          <a:lstStyle/>
          <a:p>
            <a:pPr indent="0" lvl="0" marL="0" marR="0" rtl="0" algn="just">
              <a:lnSpc>
                <a:spcPct val="100000"/>
              </a:lnSpc>
              <a:spcBef>
                <a:spcPts val="0"/>
              </a:spcBef>
              <a:spcAft>
                <a:spcPts val="0"/>
              </a:spcAft>
              <a:buClr>
                <a:srgbClr val="000000"/>
              </a:buClr>
              <a:buSzPts val="4800"/>
              <a:buFont typeface="Arial"/>
              <a:buNone/>
            </a:pPr>
            <a:r>
              <a:t/>
            </a:r>
            <a:endParaRPr sz="4800">
              <a:solidFill>
                <a:srgbClr val="3A4664"/>
              </a:solidFill>
              <a:latin typeface="Twentieth Century"/>
              <a:ea typeface="Twentieth Century"/>
              <a:cs typeface="Twentieth Century"/>
              <a:sym typeface="Twentieth Century"/>
            </a:endParaRPr>
          </a:p>
          <a:p>
            <a:pPr indent="0" lvl="0" marL="0" marR="0" rtl="0" algn="just">
              <a:lnSpc>
                <a:spcPct val="100000"/>
              </a:lnSpc>
              <a:spcBef>
                <a:spcPts val="0"/>
              </a:spcBef>
              <a:spcAft>
                <a:spcPts val="0"/>
              </a:spcAft>
              <a:buClr>
                <a:srgbClr val="000000"/>
              </a:buClr>
              <a:buSzPts val="4800"/>
              <a:buFont typeface="Arial"/>
              <a:buNone/>
            </a:pPr>
            <a:r>
              <a:t/>
            </a:r>
            <a:endParaRPr b="0" i="0" sz="4800" u="none" cap="none" strike="noStrike">
              <a:solidFill>
                <a:srgbClr val="3A4664"/>
              </a:solidFill>
              <a:latin typeface="Twentieth Century"/>
              <a:ea typeface="Twentieth Century"/>
              <a:cs typeface="Twentieth Century"/>
              <a:sym typeface="Twentieth Century"/>
            </a:endParaRPr>
          </a:p>
        </p:txBody>
      </p:sp>
      <p:sp>
        <p:nvSpPr>
          <p:cNvPr id="89" name="Google Shape;89;p3"/>
          <p:cNvSpPr txBox="1"/>
          <p:nvPr/>
        </p:nvSpPr>
        <p:spPr>
          <a:xfrm>
            <a:off x="875799" y="37920964"/>
            <a:ext cx="28851709" cy="4091775"/>
          </a:xfrm>
          <a:prstGeom prst="rect">
            <a:avLst/>
          </a:prstGeom>
          <a:solidFill>
            <a:srgbClr val="D5DBE5"/>
          </a:solidFill>
          <a:ln>
            <a:noFill/>
          </a:ln>
        </p:spPr>
        <p:txBody>
          <a:bodyPr anchorCtr="0" anchor="t" bIns="540000" lIns="1080000" spcFirstLastPara="1" rIns="1080000" wrap="square" tIns="5400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
          <p:cNvSpPr txBox="1"/>
          <p:nvPr/>
        </p:nvSpPr>
        <p:spPr>
          <a:xfrm>
            <a:off x="850399" y="30106817"/>
            <a:ext cx="28823215" cy="1354777"/>
          </a:xfrm>
          <a:prstGeom prst="rect">
            <a:avLst/>
          </a:prstGeom>
          <a:solidFill>
            <a:srgbClr val="304495"/>
          </a:solidFill>
          <a:ln>
            <a:noFill/>
          </a:ln>
        </p:spPr>
        <p:txBody>
          <a:bodyPr anchorCtr="0" anchor="ctr" bIns="0" lIns="1080000" spcFirstLastPara="1" rIns="1080000" wrap="square" tIns="0">
            <a:normAutofit/>
          </a:bodyPr>
          <a:lstStyle/>
          <a:p>
            <a:pPr indent="0" lvl="0" marL="0" marR="0" rtl="0" algn="l">
              <a:lnSpc>
                <a:spcPct val="90000"/>
              </a:lnSpc>
              <a:spcBef>
                <a:spcPts val="0"/>
              </a:spcBef>
              <a:spcAft>
                <a:spcPts val="0"/>
              </a:spcAft>
              <a:buClr>
                <a:schemeClr val="lt1"/>
              </a:buClr>
              <a:buSzPts val="6000"/>
              <a:buFont typeface="Twentieth Century"/>
              <a:buNone/>
            </a:pPr>
            <a:r>
              <a:rPr b="1" i="0" lang="es-ES" sz="6000" u="none" cap="none" strike="noStrike">
                <a:solidFill>
                  <a:schemeClr val="lt1"/>
                </a:solidFill>
                <a:latin typeface="Twentieth Century"/>
                <a:ea typeface="Twentieth Century"/>
                <a:cs typeface="Twentieth Century"/>
                <a:sym typeface="Twentieth Century"/>
              </a:rPr>
              <a:t>RESULTADOS</a:t>
            </a:r>
            <a:endParaRPr b="1" i="0" sz="6000" u="none" cap="none" strike="noStrike">
              <a:solidFill>
                <a:schemeClr val="lt1"/>
              </a:solidFill>
              <a:latin typeface="Twentieth Century"/>
              <a:ea typeface="Twentieth Century"/>
              <a:cs typeface="Twentieth Century"/>
              <a:sym typeface="Twentieth Century"/>
            </a:endParaRPr>
          </a:p>
        </p:txBody>
      </p:sp>
      <p:sp>
        <p:nvSpPr>
          <p:cNvPr id="91" name="Google Shape;91;p3"/>
          <p:cNvSpPr txBox="1"/>
          <p:nvPr/>
        </p:nvSpPr>
        <p:spPr>
          <a:xfrm>
            <a:off x="875800" y="36566187"/>
            <a:ext cx="28851708" cy="1354777"/>
          </a:xfrm>
          <a:prstGeom prst="rect">
            <a:avLst/>
          </a:prstGeom>
          <a:solidFill>
            <a:srgbClr val="304495"/>
          </a:solidFill>
          <a:ln>
            <a:noFill/>
          </a:ln>
        </p:spPr>
        <p:txBody>
          <a:bodyPr anchorCtr="0" anchor="ctr" bIns="0" lIns="1080000" spcFirstLastPara="1" rIns="1080000" wrap="square" tIns="0">
            <a:normAutofit fontScale="97500"/>
          </a:bodyPr>
          <a:lstStyle/>
          <a:p>
            <a:pPr indent="0" lvl="0" marL="0" marR="0" rtl="0" algn="l">
              <a:lnSpc>
                <a:spcPct val="90000"/>
              </a:lnSpc>
              <a:spcBef>
                <a:spcPts val="0"/>
              </a:spcBef>
              <a:spcAft>
                <a:spcPts val="0"/>
              </a:spcAft>
              <a:buClr>
                <a:schemeClr val="lt1"/>
              </a:buClr>
              <a:buSzPct val="100000"/>
              <a:buFont typeface="Twentieth Century"/>
              <a:buNone/>
            </a:pPr>
            <a:r>
              <a:rPr b="1" i="0" lang="es-ES" sz="6000" u="none" cap="none" strike="noStrike">
                <a:solidFill>
                  <a:schemeClr val="lt1"/>
                </a:solidFill>
                <a:latin typeface="Twentieth Century"/>
                <a:ea typeface="Twentieth Century"/>
                <a:cs typeface="Twentieth Century"/>
                <a:sym typeface="Twentieth Century"/>
              </a:rPr>
              <a:t>REFERENCIAS</a:t>
            </a:r>
            <a:endParaRPr b="1" i="0" sz="6000" u="none" cap="none" strike="noStrike">
              <a:solidFill>
                <a:schemeClr val="lt1"/>
              </a:solidFill>
              <a:latin typeface="Twentieth Century"/>
              <a:ea typeface="Twentieth Century"/>
              <a:cs typeface="Twentieth Century"/>
              <a:sym typeface="Twentieth Century"/>
            </a:endParaRPr>
          </a:p>
        </p:txBody>
      </p:sp>
      <p:sp>
        <p:nvSpPr>
          <p:cNvPr id="92" name="Google Shape;92;p3"/>
          <p:cNvSpPr txBox="1"/>
          <p:nvPr/>
        </p:nvSpPr>
        <p:spPr>
          <a:xfrm>
            <a:off x="875798" y="10619125"/>
            <a:ext cx="28791401" cy="1354777"/>
          </a:xfrm>
          <a:prstGeom prst="rect">
            <a:avLst/>
          </a:prstGeom>
          <a:solidFill>
            <a:srgbClr val="304495"/>
          </a:solidFill>
          <a:ln>
            <a:noFill/>
          </a:ln>
        </p:spPr>
        <p:txBody>
          <a:bodyPr anchorCtr="0" anchor="ctr" bIns="0" lIns="1080000" spcFirstLastPara="1" rIns="1080000" wrap="square" tIns="0">
            <a:normAutofit fontScale="97500"/>
          </a:bodyPr>
          <a:lstStyle/>
          <a:p>
            <a:pPr indent="0" lvl="0" marL="0" marR="0" rtl="0" algn="l">
              <a:lnSpc>
                <a:spcPct val="90000"/>
              </a:lnSpc>
              <a:spcBef>
                <a:spcPts val="0"/>
              </a:spcBef>
              <a:spcAft>
                <a:spcPts val="0"/>
              </a:spcAft>
              <a:buClr>
                <a:schemeClr val="lt1"/>
              </a:buClr>
              <a:buSzPct val="100000"/>
              <a:buFont typeface="Twentieth Century"/>
              <a:buNone/>
            </a:pPr>
            <a:r>
              <a:rPr b="0" i="0" lang="es-ES" sz="6000" u="none" cap="none" strike="noStrike">
                <a:solidFill>
                  <a:schemeClr val="lt1"/>
                </a:solidFill>
                <a:latin typeface="Twentieth Century"/>
                <a:ea typeface="Twentieth Century"/>
                <a:cs typeface="Twentieth Century"/>
                <a:sym typeface="Twentieth Century"/>
              </a:rPr>
              <a:t>INTRODUCCIÓN, CONTEXTO Y PROBLEMA</a:t>
            </a:r>
            <a:endParaRPr b="0" i="0" sz="6000" u="none" cap="none" strike="noStrike">
              <a:solidFill>
                <a:schemeClr val="lt1"/>
              </a:solidFill>
              <a:latin typeface="Twentieth Century"/>
              <a:ea typeface="Twentieth Century"/>
              <a:cs typeface="Twentieth Century"/>
              <a:sym typeface="Twentieth Century"/>
            </a:endParaRPr>
          </a:p>
        </p:txBody>
      </p:sp>
      <p:sp>
        <p:nvSpPr>
          <p:cNvPr id="93" name="Google Shape;93;p3"/>
          <p:cNvSpPr txBox="1"/>
          <p:nvPr/>
        </p:nvSpPr>
        <p:spPr>
          <a:xfrm>
            <a:off x="875799" y="21368811"/>
            <a:ext cx="28823100" cy="8334000"/>
          </a:xfrm>
          <a:prstGeom prst="rect">
            <a:avLst/>
          </a:prstGeom>
          <a:solidFill>
            <a:srgbClr val="D5DBE5"/>
          </a:solidFill>
          <a:ln>
            <a:noFill/>
          </a:ln>
        </p:spPr>
        <p:txBody>
          <a:bodyPr anchorCtr="0" anchor="t" bIns="540000" lIns="1080000" spcFirstLastPara="1" rIns="1080000" wrap="square" tIns="540000">
            <a:noAutofit/>
          </a:bodyPr>
          <a:lstStyle/>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sp>
        <p:nvSpPr>
          <p:cNvPr id="94" name="Google Shape;94;p3"/>
          <p:cNvSpPr txBox="1"/>
          <p:nvPr/>
        </p:nvSpPr>
        <p:spPr>
          <a:xfrm>
            <a:off x="15136825" y="11974063"/>
            <a:ext cx="14530200" cy="7404300"/>
          </a:xfrm>
          <a:prstGeom prst="rect">
            <a:avLst/>
          </a:prstGeom>
          <a:solidFill>
            <a:srgbClr val="D5DBE5"/>
          </a:solidFill>
          <a:ln>
            <a:noFill/>
          </a:ln>
        </p:spPr>
        <p:txBody>
          <a:bodyPr anchorCtr="0" anchor="t" bIns="540000" lIns="1080000" spcFirstLastPara="1" rIns="1080000" wrap="square" tIns="540000">
            <a:noAutofit/>
          </a:bodyPr>
          <a:lstStyle/>
          <a:p>
            <a:pPr indent="0" lvl="0" marL="0" marR="0" rtl="0" algn="just">
              <a:lnSpc>
                <a:spcPct val="100000"/>
              </a:lnSpc>
              <a:spcBef>
                <a:spcPts val="0"/>
              </a:spcBef>
              <a:spcAft>
                <a:spcPts val="0"/>
              </a:spcAft>
              <a:buClr>
                <a:srgbClr val="000000"/>
              </a:buClr>
              <a:buSzPts val="4000"/>
              <a:buFont typeface="Arial"/>
              <a:buNone/>
            </a:pPr>
            <a:r>
              <a:rPr b="1" lang="es-ES" sz="2800">
                <a:solidFill>
                  <a:schemeClr val="dk1"/>
                </a:solidFill>
                <a:latin typeface="Calibri"/>
                <a:ea typeface="Calibri"/>
                <a:cs typeface="Calibri"/>
                <a:sym typeface="Calibri"/>
              </a:rPr>
              <a:t>Los fenómenos de descargas eléctricas, como los rayos, son eventos que ocurren a diversas escalas y con distintas magnitudes.</a:t>
            </a:r>
            <a:r>
              <a:rPr lang="es-ES" sz="2800">
                <a:solidFill>
                  <a:schemeClr val="dk1"/>
                </a:solidFill>
                <a:latin typeface="Calibri"/>
                <a:ea typeface="Calibri"/>
                <a:cs typeface="Calibri"/>
                <a:sym typeface="Calibri"/>
              </a:rPr>
              <a:t> Estos destellos luminosos, acompañados de estruendos audibles a kilómetros de distancia, se generan por una diferencia de potencial eléctrico entre una nube y la superficie terrestre. Este fenómeno se produce cuando las colisiones entre hidrometeoros dentro de la nube liberan partículas cargadas, creando un campo eléctrico. Cuando la diferencia de potencial alcanza cierto umbral, se produce la ruptura del dieléctrico atmosférico, permitiendo el paso de la corriente y generando los rayos. </a:t>
            </a:r>
            <a:endParaRPr sz="28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4000"/>
              <a:buFont typeface="Arial"/>
              <a:buNone/>
            </a:pPr>
            <a:r>
              <a:t/>
            </a:r>
            <a:endParaRPr sz="28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4000"/>
              <a:buFont typeface="Arial"/>
              <a:buNone/>
            </a:pPr>
            <a:r>
              <a:rPr lang="es-ES" sz="2800">
                <a:solidFill>
                  <a:schemeClr val="dk1"/>
                </a:solidFill>
                <a:latin typeface="Calibri"/>
                <a:ea typeface="Calibri"/>
                <a:cs typeface="Calibri"/>
                <a:sym typeface="Calibri"/>
              </a:rPr>
              <a:t>Estos eventos no solo tienen implicaciones atmosféricas y químicas, como la producción de nitratos, la formación de NOx y su relación con la generación de ozono, sino que también </a:t>
            </a:r>
            <a:r>
              <a:rPr b="1" lang="es-ES" sz="2800">
                <a:solidFill>
                  <a:schemeClr val="dk1"/>
                </a:solidFill>
                <a:latin typeface="Calibri"/>
                <a:ea typeface="Calibri"/>
                <a:cs typeface="Calibri"/>
                <a:sym typeface="Calibri"/>
              </a:rPr>
              <a:t>pueden causar incendios</a:t>
            </a:r>
            <a:r>
              <a:rPr lang="es-ES" sz="2800">
                <a:solidFill>
                  <a:schemeClr val="dk1"/>
                </a:solidFill>
                <a:latin typeface="Calibri"/>
                <a:ea typeface="Calibri"/>
                <a:cs typeface="Calibri"/>
                <a:sym typeface="Calibri"/>
              </a:rPr>
              <a:t>, daños a seres vivos y se han asociado con tormentas severas a nivel global. </a:t>
            </a:r>
            <a:endParaRPr sz="28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4000"/>
              <a:buFont typeface="Arial"/>
              <a:buNone/>
            </a:pPr>
            <a:r>
              <a:t/>
            </a:r>
            <a:endParaRPr sz="28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4000"/>
              <a:buFont typeface="Arial"/>
              <a:buNone/>
            </a:pPr>
            <a:r>
              <a:rPr lang="es-ES" sz="2800">
                <a:solidFill>
                  <a:schemeClr val="dk1"/>
                </a:solidFill>
                <a:latin typeface="Calibri"/>
                <a:ea typeface="Calibri"/>
                <a:cs typeface="Calibri"/>
                <a:sym typeface="Calibri"/>
              </a:rPr>
              <a:t>Se estima que en lo que te toma leer esta oración completamente, la superficie terrestre es impactada por un centenar de rayos.</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0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000"/>
              <a:buFont typeface="Arial"/>
              <a:buNone/>
            </a:pPr>
            <a:r>
              <a:t/>
            </a:r>
            <a:endParaRPr b="0" i="0" sz="2800" u="none" cap="none" strike="noStrike">
              <a:solidFill>
                <a:schemeClr val="dk1"/>
              </a:solidFill>
              <a:latin typeface="Calibri"/>
              <a:ea typeface="Calibri"/>
              <a:cs typeface="Calibri"/>
              <a:sym typeface="Calibri"/>
            </a:endParaRPr>
          </a:p>
        </p:txBody>
      </p:sp>
      <p:pic>
        <p:nvPicPr>
          <p:cNvPr id="95" name="Google Shape;95;p3"/>
          <p:cNvPicPr preferRelativeResize="0"/>
          <p:nvPr/>
        </p:nvPicPr>
        <p:blipFill rotWithShape="1">
          <a:blip r:embed="rId3">
            <a:alphaModFix/>
          </a:blip>
          <a:srcRect b="0" l="0" r="0" t="0"/>
          <a:stretch/>
        </p:blipFill>
        <p:spPr>
          <a:xfrm>
            <a:off x="28047" y="0"/>
            <a:ext cx="30302002" cy="4415435"/>
          </a:xfrm>
          <a:prstGeom prst="rect">
            <a:avLst/>
          </a:prstGeom>
          <a:noFill/>
          <a:ln>
            <a:noFill/>
          </a:ln>
        </p:spPr>
      </p:pic>
      <p:sp>
        <p:nvSpPr>
          <p:cNvPr id="96" name="Google Shape;96;p3"/>
          <p:cNvSpPr txBox="1"/>
          <p:nvPr/>
        </p:nvSpPr>
        <p:spPr>
          <a:xfrm>
            <a:off x="1385520" y="27825534"/>
            <a:ext cx="4709700" cy="163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lang="es-ES" sz="2000"/>
              <a:t>Para los rayos se cuenta con el set de datos de la WWLLN para el periodo entre el 2013 y 2021. Los datos meteorológicos será sacados del reanálisis ERA5.</a:t>
            </a:r>
            <a:endParaRPr b="0" i="0" sz="1400" u="none" cap="none" strike="noStrike">
              <a:solidFill>
                <a:srgbClr val="000000"/>
              </a:solidFill>
              <a:latin typeface="Arial"/>
              <a:ea typeface="Arial"/>
              <a:cs typeface="Arial"/>
              <a:sym typeface="Arial"/>
            </a:endParaRPr>
          </a:p>
        </p:txBody>
      </p:sp>
      <p:sp>
        <p:nvSpPr>
          <p:cNvPr id="97" name="Google Shape;97;p3"/>
          <p:cNvSpPr txBox="1"/>
          <p:nvPr/>
        </p:nvSpPr>
        <p:spPr>
          <a:xfrm>
            <a:off x="9459403" y="21476859"/>
            <a:ext cx="4530900" cy="1939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lang="es-ES" sz="2000"/>
              <a:t>Para entender el comportamiento del fenómeno se hará el análisis del evento ocurrido entre el 15 y 17 de Febrero del 2014, donde se contabilizaron más de 3000 rayos en la zona de interés.</a:t>
            </a:r>
            <a:endParaRPr b="0" i="1" sz="2000" u="none" cap="none" strike="noStrike">
              <a:solidFill>
                <a:srgbClr val="000000"/>
              </a:solidFill>
              <a:latin typeface="Arial"/>
              <a:ea typeface="Arial"/>
              <a:cs typeface="Arial"/>
              <a:sym typeface="Arial"/>
            </a:endParaRPr>
          </a:p>
        </p:txBody>
      </p:sp>
      <p:sp>
        <p:nvSpPr>
          <p:cNvPr id="98" name="Google Shape;98;p3"/>
          <p:cNvSpPr txBox="1"/>
          <p:nvPr/>
        </p:nvSpPr>
        <p:spPr>
          <a:xfrm>
            <a:off x="24729220" y="21437533"/>
            <a:ext cx="4517100" cy="1939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lang="es-ES" sz="2000"/>
              <a:t>Caracterización espacio-temporal de incendios. Estudio de coincidencia entre días con rayos e inicio de incendio. Si corresponde, analizar qué patrón meteorológico coincide con incendios de mayor duración.</a:t>
            </a:r>
            <a:endParaRPr sz="2000"/>
          </a:p>
        </p:txBody>
      </p:sp>
      <p:sp>
        <p:nvSpPr>
          <p:cNvPr id="99" name="Google Shape;99;p3"/>
          <p:cNvSpPr txBox="1"/>
          <p:nvPr/>
        </p:nvSpPr>
        <p:spPr>
          <a:xfrm>
            <a:off x="17547064" y="27911797"/>
            <a:ext cx="4517100" cy="163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lang="es-ES" sz="2000"/>
              <a:t>Se estudia el patrón promedio de variables seleccionadas tanto para el inicio del evento como para días previos y posteriores. Se hace mapas lat-lon y cortes transversales.</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a:off x="1385525" y="25490150"/>
            <a:ext cx="4709700" cy="2256000"/>
          </a:xfrm>
          <a:prstGeom prst="ellipse">
            <a:avLst/>
          </a:prstGeom>
          <a:solidFill>
            <a:srgbClr val="9CC2E5"/>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Caracterización espacio-temporal</a:t>
            </a:r>
            <a:endParaRPr b="1" sz="2800">
              <a:solidFill>
                <a:schemeClr val="lt1"/>
              </a:solidFill>
            </a:endParaRPr>
          </a:p>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de rayos</a:t>
            </a:r>
            <a:endParaRPr b="1" sz="2800">
              <a:solidFill>
                <a:schemeClr val="lt1"/>
              </a:solidFill>
            </a:endParaRPr>
          </a:p>
        </p:txBody>
      </p:sp>
      <p:sp>
        <p:nvSpPr>
          <p:cNvPr id="101" name="Google Shape;101;p3"/>
          <p:cNvSpPr/>
          <p:nvPr/>
        </p:nvSpPr>
        <p:spPr>
          <a:xfrm>
            <a:off x="17354475" y="25548038"/>
            <a:ext cx="4709700" cy="2256000"/>
          </a:xfrm>
          <a:prstGeom prst="ellipse">
            <a:avLst/>
          </a:prstGeom>
          <a:solidFill>
            <a:srgbClr val="9CC2E5"/>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Análisis de Mapas Compuestos</a:t>
            </a:r>
            <a:endParaRPr b="1" i="1" sz="2800" u="none" cap="none" strike="noStrike">
              <a:solidFill>
                <a:schemeClr val="lt1"/>
              </a:solidFill>
              <a:latin typeface="Arial"/>
              <a:ea typeface="Arial"/>
              <a:cs typeface="Arial"/>
              <a:sym typeface="Arial"/>
            </a:endParaRPr>
          </a:p>
        </p:txBody>
      </p:sp>
      <p:sp>
        <p:nvSpPr>
          <p:cNvPr id="102" name="Google Shape;102;p3"/>
          <p:cNvSpPr/>
          <p:nvPr/>
        </p:nvSpPr>
        <p:spPr>
          <a:xfrm>
            <a:off x="24632927" y="23492125"/>
            <a:ext cx="4709700" cy="2256000"/>
          </a:xfrm>
          <a:prstGeom prst="ellipse">
            <a:avLst/>
          </a:prstGeom>
          <a:solidFill>
            <a:srgbClr val="9CC2E5"/>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Evaluación de Impacto</a:t>
            </a:r>
            <a:endParaRPr b="1" i="1" sz="2800" u="none" cap="none" strike="noStrike">
              <a:solidFill>
                <a:schemeClr val="lt1"/>
              </a:solidFill>
              <a:latin typeface="Arial"/>
              <a:ea typeface="Arial"/>
              <a:cs typeface="Arial"/>
              <a:sym typeface="Arial"/>
            </a:endParaRPr>
          </a:p>
        </p:txBody>
      </p:sp>
      <p:sp>
        <p:nvSpPr>
          <p:cNvPr id="103" name="Google Shape;103;p3"/>
          <p:cNvSpPr/>
          <p:nvPr/>
        </p:nvSpPr>
        <p:spPr>
          <a:xfrm>
            <a:off x="9370002" y="23492088"/>
            <a:ext cx="4709700" cy="2256000"/>
          </a:xfrm>
          <a:prstGeom prst="ellipse">
            <a:avLst/>
          </a:prstGeom>
          <a:solidFill>
            <a:srgbClr val="9CC2E5"/>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Análisis de Caso de Estudio</a:t>
            </a:r>
            <a:endParaRPr b="1" i="1" sz="2800" u="none" cap="none" strike="noStrike">
              <a:solidFill>
                <a:schemeClr val="lt1"/>
              </a:solidFill>
              <a:latin typeface="Arial"/>
              <a:ea typeface="Arial"/>
              <a:cs typeface="Arial"/>
              <a:sym typeface="Arial"/>
            </a:endParaRPr>
          </a:p>
        </p:txBody>
      </p:sp>
      <p:cxnSp>
        <p:nvCxnSpPr>
          <p:cNvPr id="104" name="Google Shape;104;p3"/>
          <p:cNvCxnSpPr>
            <a:stCxn id="105" idx="3"/>
            <a:endCxn id="106" idx="1"/>
          </p:cNvCxnSpPr>
          <p:nvPr/>
        </p:nvCxnSpPr>
        <p:spPr>
          <a:xfrm flipH="1" rot="10800000">
            <a:off x="10871425" y="32888200"/>
            <a:ext cx="2004900" cy="923700"/>
          </a:xfrm>
          <a:prstGeom prst="straightConnector1">
            <a:avLst/>
          </a:prstGeom>
          <a:noFill/>
          <a:ln cap="flat" cmpd="sng" w="76200">
            <a:solidFill>
              <a:srgbClr val="3E6EC2"/>
            </a:solidFill>
            <a:prstDash val="solid"/>
            <a:round/>
            <a:headEnd len="sm" w="sm" type="none"/>
            <a:tailEnd len="med" w="med" type="triangle"/>
          </a:ln>
        </p:spPr>
      </p:cxnSp>
      <p:cxnSp>
        <p:nvCxnSpPr>
          <p:cNvPr id="107" name="Google Shape;107;p3"/>
          <p:cNvCxnSpPr>
            <a:stCxn id="105" idx="3"/>
            <a:endCxn id="108" idx="1"/>
          </p:cNvCxnSpPr>
          <p:nvPr/>
        </p:nvCxnSpPr>
        <p:spPr>
          <a:xfrm>
            <a:off x="10871425" y="33811900"/>
            <a:ext cx="2085900" cy="1027200"/>
          </a:xfrm>
          <a:prstGeom prst="straightConnector1">
            <a:avLst/>
          </a:prstGeom>
          <a:noFill/>
          <a:ln cap="flat" cmpd="sng" w="76200">
            <a:solidFill>
              <a:srgbClr val="3E6EC2"/>
            </a:solidFill>
            <a:prstDash val="solid"/>
            <a:round/>
            <a:headEnd len="sm" w="sm" type="none"/>
            <a:tailEnd len="med" w="med" type="triangle"/>
          </a:ln>
        </p:spPr>
      </p:cxnSp>
      <p:sp>
        <p:nvSpPr>
          <p:cNvPr id="106" name="Google Shape;106;p3"/>
          <p:cNvSpPr/>
          <p:nvPr/>
        </p:nvSpPr>
        <p:spPr>
          <a:xfrm>
            <a:off x="12876475" y="32210815"/>
            <a:ext cx="2492700" cy="1354800"/>
          </a:xfrm>
          <a:prstGeom prst="roundRect">
            <a:avLst>
              <a:gd fmla="val 16667" name="adj"/>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Ascenso</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12957475" y="34161600"/>
            <a:ext cx="2330700" cy="1354800"/>
          </a:xfrm>
          <a:prstGeom prst="roundRect">
            <a:avLst>
              <a:gd fmla="val 16667" name="adj"/>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Humedad</a:t>
            </a:r>
            <a:endParaRPr b="0" i="0" sz="1400" u="none" cap="none" strike="noStrike">
              <a:solidFill>
                <a:srgbClr val="000000"/>
              </a:solidFill>
              <a:latin typeface="Arial"/>
              <a:ea typeface="Arial"/>
              <a:cs typeface="Arial"/>
              <a:sym typeface="Arial"/>
            </a:endParaRPr>
          </a:p>
        </p:txBody>
      </p:sp>
      <p:cxnSp>
        <p:nvCxnSpPr>
          <p:cNvPr id="109" name="Google Shape;109;p3"/>
          <p:cNvCxnSpPr>
            <a:stCxn id="100" idx="6"/>
            <a:endCxn id="103" idx="2"/>
          </p:cNvCxnSpPr>
          <p:nvPr/>
        </p:nvCxnSpPr>
        <p:spPr>
          <a:xfrm flipH="1" rot="10800000">
            <a:off x="6095225" y="24620150"/>
            <a:ext cx="3274800" cy="1998000"/>
          </a:xfrm>
          <a:prstGeom prst="straightConnector1">
            <a:avLst/>
          </a:prstGeom>
          <a:noFill/>
          <a:ln cap="flat" cmpd="sng" w="28575">
            <a:solidFill>
              <a:schemeClr val="dk2"/>
            </a:solidFill>
            <a:prstDash val="solid"/>
            <a:round/>
            <a:headEnd len="med" w="med" type="none"/>
            <a:tailEnd len="med" w="med" type="triangle"/>
          </a:ln>
        </p:spPr>
      </p:cxnSp>
      <p:cxnSp>
        <p:nvCxnSpPr>
          <p:cNvPr id="110" name="Google Shape;110;p3"/>
          <p:cNvCxnSpPr>
            <a:stCxn id="103" idx="6"/>
            <a:endCxn id="101" idx="2"/>
          </p:cNvCxnSpPr>
          <p:nvPr/>
        </p:nvCxnSpPr>
        <p:spPr>
          <a:xfrm>
            <a:off x="14079702" y="24620088"/>
            <a:ext cx="3274800" cy="2055900"/>
          </a:xfrm>
          <a:prstGeom prst="straightConnector1">
            <a:avLst/>
          </a:prstGeom>
          <a:noFill/>
          <a:ln cap="flat" cmpd="sng" w="28575">
            <a:solidFill>
              <a:schemeClr val="dk2"/>
            </a:solidFill>
            <a:prstDash val="solid"/>
            <a:round/>
            <a:headEnd len="med" w="med" type="none"/>
            <a:tailEnd len="med" w="med" type="triangle"/>
          </a:ln>
        </p:spPr>
      </p:cxnSp>
      <p:cxnSp>
        <p:nvCxnSpPr>
          <p:cNvPr id="111" name="Google Shape;111;p3"/>
          <p:cNvCxnSpPr>
            <a:stCxn id="101" idx="6"/>
            <a:endCxn id="102" idx="2"/>
          </p:cNvCxnSpPr>
          <p:nvPr/>
        </p:nvCxnSpPr>
        <p:spPr>
          <a:xfrm flipH="1" rot="10800000">
            <a:off x="22064175" y="24620138"/>
            <a:ext cx="2568900" cy="2055900"/>
          </a:xfrm>
          <a:prstGeom prst="straightConnector1">
            <a:avLst/>
          </a:prstGeom>
          <a:noFill/>
          <a:ln cap="flat" cmpd="sng" w="28575">
            <a:solidFill>
              <a:schemeClr val="dk2"/>
            </a:solidFill>
            <a:prstDash val="solid"/>
            <a:round/>
            <a:headEnd len="med" w="med" type="none"/>
            <a:tailEnd len="med" w="med" type="triangle"/>
          </a:ln>
        </p:spPr>
      </p:cxnSp>
      <p:pic>
        <p:nvPicPr>
          <p:cNvPr id="112" name="Google Shape;112;p3"/>
          <p:cNvPicPr preferRelativeResize="0"/>
          <p:nvPr/>
        </p:nvPicPr>
        <p:blipFill>
          <a:blip r:embed="rId4">
            <a:alphaModFix/>
          </a:blip>
          <a:stretch>
            <a:fillRect/>
          </a:stretch>
        </p:blipFill>
        <p:spPr>
          <a:xfrm>
            <a:off x="972973" y="21769875"/>
            <a:ext cx="3830073" cy="3010050"/>
          </a:xfrm>
          <a:prstGeom prst="rect">
            <a:avLst/>
          </a:prstGeom>
          <a:noFill/>
          <a:ln>
            <a:noFill/>
          </a:ln>
        </p:spPr>
      </p:pic>
      <p:pic>
        <p:nvPicPr>
          <p:cNvPr id="113" name="Google Shape;113;p3"/>
          <p:cNvPicPr preferRelativeResize="0"/>
          <p:nvPr/>
        </p:nvPicPr>
        <p:blipFill>
          <a:blip r:embed="rId5">
            <a:alphaModFix/>
          </a:blip>
          <a:stretch>
            <a:fillRect/>
          </a:stretch>
        </p:blipFill>
        <p:spPr>
          <a:xfrm>
            <a:off x="5308447" y="21795122"/>
            <a:ext cx="2959498" cy="2959560"/>
          </a:xfrm>
          <a:prstGeom prst="rect">
            <a:avLst/>
          </a:prstGeom>
          <a:noFill/>
          <a:ln>
            <a:noFill/>
          </a:ln>
        </p:spPr>
      </p:pic>
      <p:pic>
        <p:nvPicPr>
          <p:cNvPr id="114" name="Google Shape;114;p3"/>
          <p:cNvPicPr preferRelativeResize="0"/>
          <p:nvPr/>
        </p:nvPicPr>
        <p:blipFill rotWithShape="1">
          <a:blip r:embed="rId6">
            <a:alphaModFix/>
          </a:blip>
          <a:srcRect b="9580" l="0" r="7295" t="13838"/>
          <a:stretch/>
        </p:blipFill>
        <p:spPr>
          <a:xfrm>
            <a:off x="7286700" y="26046425"/>
            <a:ext cx="3830077" cy="3163843"/>
          </a:xfrm>
          <a:prstGeom prst="rect">
            <a:avLst/>
          </a:prstGeom>
          <a:noFill/>
          <a:ln>
            <a:noFill/>
          </a:ln>
        </p:spPr>
      </p:pic>
      <p:pic>
        <p:nvPicPr>
          <p:cNvPr id="115" name="Google Shape;115;p3"/>
          <p:cNvPicPr preferRelativeResize="0"/>
          <p:nvPr/>
        </p:nvPicPr>
        <p:blipFill rotWithShape="1">
          <a:blip r:embed="rId7">
            <a:alphaModFix/>
          </a:blip>
          <a:srcRect b="7021" l="3156" r="4804" t="6406"/>
          <a:stretch/>
        </p:blipFill>
        <p:spPr>
          <a:xfrm>
            <a:off x="11313350" y="26046413"/>
            <a:ext cx="4950345" cy="3163851"/>
          </a:xfrm>
          <a:prstGeom prst="rect">
            <a:avLst/>
          </a:prstGeom>
          <a:noFill/>
          <a:ln>
            <a:noFill/>
          </a:ln>
        </p:spPr>
      </p:pic>
      <p:pic>
        <p:nvPicPr>
          <p:cNvPr id="116" name="Google Shape;116;p3"/>
          <p:cNvPicPr preferRelativeResize="0"/>
          <p:nvPr/>
        </p:nvPicPr>
        <p:blipFill>
          <a:blip r:embed="rId8">
            <a:alphaModFix/>
          </a:blip>
          <a:stretch>
            <a:fillRect/>
          </a:stretch>
        </p:blipFill>
        <p:spPr>
          <a:xfrm>
            <a:off x="14679000" y="22198100"/>
            <a:ext cx="4610727" cy="2198637"/>
          </a:xfrm>
          <a:prstGeom prst="rect">
            <a:avLst/>
          </a:prstGeom>
          <a:noFill/>
          <a:ln>
            <a:noFill/>
          </a:ln>
        </p:spPr>
      </p:pic>
      <p:pic>
        <p:nvPicPr>
          <p:cNvPr id="117" name="Google Shape;117;p3"/>
          <p:cNvPicPr preferRelativeResize="0"/>
          <p:nvPr/>
        </p:nvPicPr>
        <p:blipFill>
          <a:blip r:embed="rId9">
            <a:alphaModFix/>
          </a:blip>
          <a:stretch>
            <a:fillRect/>
          </a:stretch>
        </p:blipFill>
        <p:spPr>
          <a:xfrm>
            <a:off x="18862500" y="22196587"/>
            <a:ext cx="4591600" cy="2201667"/>
          </a:xfrm>
          <a:prstGeom prst="rect">
            <a:avLst/>
          </a:prstGeom>
          <a:noFill/>
          <a:ln>
            <a:noFill/>
          </a:ln>
        </p:spPr>
      </p:pic>
      <p:sp>
        <p:nvSpPr>
          <p:cNvPr id="118" name="Google Shape;118;p3"/>
          <p:cNvSpPr txBox="1"/>
          <p:nvPr/>
        </p:nvSpPr>
        <p:spPr>
          <a:xfrm>
            <a:off x="875812" y="11974063"/>
            <a:ext cx="14261100" cy="7404300"/>
          </a:xfrm>
          <a:prstGeom prst="rect">
            <a:avLst/>
          </a:prstGeom>
          <a:solidFill>
            <a:srgbClr val="D5DBE5"/>
          </a:solidFill>
          <a:ln>
            <a:noFill/>
          </a:ln>
        </p:spPr>
        <p:txBody>
          <a:bodyPr anchorCtr="0" anchor="t" bIns="540000" lIns="1080000" spcFirstLastPara="1" rIns="1080000" wrap="square" tIns="540000">
            <a:noAutofit/>
          </a:bodyPr>
          <a:lstStyle/>
          <a:p>
            <a:pPr indent="0" lvl="0" marL="0" marR="0" rtl="0" algn="just">
              <a:lnSpc>
                <a:spcPct val="100000"/>
              </a:lnSpc>
              <a:spcBef>
                <a:spcPts val="0"/>
              </a:spcBef>
              <a:spcAft>
                <a:spcPts val="0"/>
              </a:spcAft>
              <a:buClr>
                <a:srgbClr val="000000"/>
              </a:buClr>
              <a:buSzPts val="4000"/>
              <a:buFont typeface="Arial"/>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0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000"/>
              <a:buFont typeface="Arial"/>
              <a:buNone/>
            </a:pPr>
            <a:r>
              <a:t/>
            </a:r>
            <a:endParaRPr b="0" i="0" sz="2800" u="none" cap="none" strike="noStrike">
              <a:solidFill>
                <a:schemeClr val="dk1"/>
              </a:solidFill>
              <a:latin typeface="Calibri"/>
              <a:ea typeface="Calibri"/>
              <a:cs typeface="Calibri"/>
              <a:sym typeface="Calibri"/>
            </a:endParaRPr>
          </a:p>
        </p:txBody>
      </p:sp>
      <p:grpSp>
        <p:nvGrpSpPr>
          <p:cNvPr id="119" name="Google Shape;119;p3"/>
          <p:cNvGrpSpPr/>
          <p:nvPr/>
        </p:nvGrpSpPr>
        <p:grpSpPr>
          <a:xfrm>
            <a:off x="972963" y="11974075"/>
            <a:ext cx="5901399" cy="6863688"/>
            <a:chOff x="16072963" y="11974050"/>
            <a:chExt cx="5901399" cy="6863688"/>
          </a:xfrm>
        </p:grpSpPr>
        <p:pic>
          <p:nvPicPr>
            <p:cNvPr id="120" name="Google Shape;120;p3"/>
            <p:cNvPicPr preferRelativeResize="0"/>
            <p:nvPr/>
          </p:nvPicPr>
          <p:blipFill rotWithShape="1">
            <a:blip r:embed="rId10">
              <a:alphaModFix/>
            </a:blip>
            <a:srcRect b="6420" l="12348" r="10330" t="10736"/>
            <a:stretch/>
          </p:blipFill>
          <p:spPr>
            <a:xfrm>
              <a:off x="16072963" y="12514687"/>
              <a:ext cx="5901399" cy="6323052"/>
            </a:xfrm>
            <a:prstGeom prst="rect">
              <a:avLst/>
            </a:prstGeom>
            <a:noFill/>
            <a:ln>
              <a:noFill/>
            </a:ln>
          </p:spPr>
        </p:pic>
        <p:sp>
          <p:nvSpPr>
            <p:cNvPr id="121" name="Google Shape;121;p3"/>
            <p:cNvSpPr txBox="1"/>
            <p:nvPr/>
          </p:nvSpPr>
          <p:spPr>
            <a:xfrm>
              <a:off x="16845063" y="11974050"/>
              <a:ext cx="43572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dk1"/>
                  </a:solidFill>
                  <a:latin typeface="Calibri"/>
                  <a:ea typeface="Calibri"/>
                  <a:cs typeface="Calibri"/>
                  <a:sym typeface="Calibri"/>
                </a:rPr>
                <a:t>Densidad media de Rayos</a:t>
              </a:r>
              <a:endParaRPr sz="2800">
                <a:solidFill>
                  <a:schemeClr val="dk1"/>
                </a:solidFill>
                <a:latin typeface="Calibri"/>
                <a:ea typeface="Calibri"/>
                <a:cs typeface="Calibri"/>
                <a:sym typeface="Calibri"/>
              </a:endParaRPr>
            </a:p>
          </p:txBody>
        </p:sp>
      </p:grpSp>
      <p:sp>
        <p:nvSpPr>
          <p:cNvPr id="122" name="Google Shape;122;p3"/>
          <p:cNvSpPr txBox="1"/>
          <p:nvPr/>
        </p:nvSpPr>
        <p:spPr>
          <a:xfrm>
            <a:off x="9887062" y="18788250"/>
            <a:ext cx="65442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2200">
                <a:solidFill>
                  <a:schemeClr val="dk1"/>
                </a:solidFill>
                <a:latin typeface="Calibri"/>
                <a:ea typeface="Calibri"/>
                <a:cs typeface="Calibri"/>
                <a:sym typeface="Calibri"/>
              </a:rPr>
              <a:t>* Elaborada por René Garreaud con datos de CONAF</a:t>
            </a:r>
            <a:endParaRPr sz="2200">
              <a:solidFill>
                <a:schemeClr val="dk1"/>
              </a:solidFill>
              <a:latin typeface="Calibri"/>
              <a:ea typeface="Calibri"/>
              <a:cs typeface="Calibri"/>
              <a:sym typeface="Calibri"/>
            </a:endParaRPr>
          </a:p>
        </p:txBody>
      </p:sp>
      <p:sp>
        <p:nvSpPr>
          <p:cNvPr id="123" name="Google Shape;123;p3"/>
          <p:cNvSpPr/>
          <p:nvPr/>
        </p:nvSpPr>
        <p:spPr>
          <a:xfrm>
            <a:off x="7543938" y="12651375"/>
            <a:ext cx="2406300" cy="5459400"/>
          </a:xfrm>
          <a:prstGeom prst="foldedCorner">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ES" sz="2800">
                <a:latin typeface="Calibri"/>
                <a:ea typeface="Calibri"/>
                <a:cs typeface="Calibri"/>
                <a:sym typeface="Calibri"/>
              </a:rPr>
              <a:t>¿Hay alguna relación entre los rayos y los incendios?</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b="1" lang="es-ES" sz="2800">
                <a:latin typeface="Calibri"/>
                <a:ea typeface="Calibri"/>
                <a:cs typeface="Calibri"/>
                <a:sym typeface="Calibri"/>
              </a:rPr>
              <a:t>¿Qué patrón meteorológico favorece los eventos de actividad eléctrica?</a:t>
            </a:r>
            <a:endParaRPr b="1" sz="2800">
              <a:latin typeface="Calibri"/>
              <a:ea typeface="Calibri"/>
              <a:cs typeface="Calibri"/>
              <a:sym typeface="Calibri"/>
            </a:endParaRPr>
          </a:p>
        </p:txBody>
      </p:sp>
      <p:cxnSp>
        <p:nvCxnSpPr>
          <p:cNvPr id="124" name="Google Shape;124;p3"/>
          <p:cNvCxnSpPr>
            <a:stCxn id="123" idx="1"/>
          </p:cNvCxnSpPr>
          <p:nvPr/>
        </p:nvCxnSpPr>
        <p:spPr>
          <a:xfrm flipH="1">
            <a:off x="4800738" y="15381075"/>
            <a:ext cx="2743200" cy="906600"/>
          </a:xfrm>
          <a:prstGeom prst="straightConnector1">
            <a:avLst/>
          </a:prstGeom>
          <a:noFill/>
          <a:ln cap="flat" cmpd="sng" w="76200">
            <a:solidFill>
              <a:srgbClr val="000000"/>
            </a:solidFill>
            <a:prstDash val="solid"/>
            <a:round/>
            <a:headEnd len="med" w="med" type="none"/>
            <a:tailEnd len="med" w="med" type="stealth"/>
          </a:ln>
        </p:spPr>
      </p:cxnSp>
      <p:pic>
        <p:nvPicPr>
          <p:cNvPr id="125" name="Google Shape;125;p3"/>
          <p:cNvPicPr preferRelativeResize="0"/>
          <p:nvPr/>
        </p:nvPicPr>
        <p:blipFill rotWithShape="1">
          <a:blip r:embed="rId11">
            <a:alphaModFix/>
          </a:blip>
          <a:srcRect b="3512" l="1725" r="16098" t="14216"/>
          <a:stretch/>
        </p:blipFill>
        <p:spPr>
          <a:xfrm>
            <a:off x="24781892" y="26527512"/>
            <a:ext cx="4411769" cy="2201675"/>
          </a:xfrm>
          <a:prstGeom prst="rect">
            <a:avLst/>
          </a:prstGeom>
          <a:noFill/>
          <a:ln>
            <a:noFill/>
          </a:ln>
        </p:spPr>
      </p:pic>
      <p:pic>
        <p:nvPicPr>
          <p:cNvPr id="126" name="Google Shape;126;p3"/>
          <p:cNvPicPr preferRelativeResize="0"/>
          <p:nvPr/>
        </p:nvPicPr>
        <p:blipFill rotWithShape="1">
          <a:blip r:embed="rId11">
            <a:alphaModFix/>
          </a:blip>
          <a:srcRect b="88491" l="80707" r="0" t="0"/>
          <a:stretch/>
        </p:blipFill>
        <p:spPr>
          <a:xfrm>
            <a:off x="28055335" y="26189002"/>
            <a:ext cx="1138325" cy="338487"/>
          </a:xfrm>
          <a:prstGeom prst="rect">
            <a:avLst/>
          </a:prstGeom>
          <a:noFill/>
          <a:ln>
            <a:noFill/>
          </a:ln>
        </p:spPr>
      </p:pic>
      <p:pic>
        <p:nvPicPr>
          <p:cNvPr id="127" name="Google Shape;127;p3"/>
          <p:cNvPicPr preferRelativeResize="0"/>
          <p:nvPr/>
        </p:nvPicPr>
        <p:blipFill>
          <a:blip r:embed="rId12">
            <a:alphaModFix/>
          </a:blip>
          <a:stretch>
            <a:fillRect/>
          </a:stretch>
        </p:blipFill>
        <p:spPr>
          <a:xfrm>
            <a:off x="2286263" y="32471947"/>
            <a:ext cx="3274800" cy="2679900"/>
          </a:xfrm>
          <a:prstGeom prst="roundRect">
            <a:avLst>
              <a:gd fmla="val 16667" name="adj"/>
            </a:avLst>
          </a:prstGeom>
          <a:noFill/>
          <a:ln>
            <a:noFill/>
          </a:ln>
        </p:spPr>
      </p:pic>
      <p:sp>
        <p:nvSpPr>
          <p:cNvPr id="128" name="Google Shape;128;p3"/>
          <p:cNvSpPr/>
          <p:nvPr/>
        </p:nvSpPr>
        <p:spPr>
          <a:xfrm>
            <a:off x="18382275" y="34620925"/>
            <a:ext cx="2846700" cy="1354800"/>
          </a:xfrm>
          <a:prstGeom prst="roundRect">
            <a:avLst>
              <a:gd fmla="val 16667" name="adj"/>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Transporte</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8382275" y="31693225"/>
            <a:ext cx="2846700" cy="1354800"/>
          </a:xfrm>
          <a:prstGeom prst="roundRect">
            <a:avLst>
              <a:gd fmla="val 16667" name="adj"/>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Patrón de Gran Escala</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18382275" y="33157063"/>
            <a:ext cx="2846700" cy="1354800"/>
          </a:xfrm>
          <a:prstGeom prst="roundRect">
            <a:avLst>
              <a:gd fmla="val 16667" name="adj"/>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Topografía</a:t>
            </a:r>
            <a:endParaRPr b="0" i="0" sz="1400" u="none" cap="none" strike="noStrike">
              <a:solidFill>
                <a:srgbClr val="000000"/>
              </a:solidFill>
              <a:latin typeface="Arial"/>
              <a:ea typeface="Arial"/>
              <a:cs typeface="Arial"/>
              <a:sym typeface="Arial"/>
            </a:endParaRPr>
          </a:p>
        </p:txBody>
      </p:sp>
      <p:cxnSp>
        <p:nvCxnSpPr>
          <p:cNvPr id="131" name="Google Shape;131;p3"/>
          <p:cNvCxnSpPr>
            <a:stCxn id="108" idx="3"/>
            <a:endCxn id="128" idx="1"/>
          </p:cNvCxnSpPr>
          <p:nvPr/>
        </p:nvCxnSpPr>
        <p:spPr>
          <a:xfrm>
            <a:off x="15288175" y="34839000"/>
            <a:ext cx="3094200" cy="459300"/>
          </a:xfrm>
          <a:prstGeom prst="straightConnector1">
            <a:avLst/>
          </a:prstGeom>
          <a:noFill/>
          <a:ln cap="flat" cmpd="sng" w="76200">
            <a:solidFill>
              <a:srgbClr val="3E6EC2"/>
            </a:solidFill>
            <a:prstDash val="solid"/>
            <a:round/>
            <a:headEnd len="sm" w="sm" type="none"/>
            <a:tailEnd len="med" w="med" type="triangle"/>
          </a:ln>
        </p:spPr>
      </p:cxnSp>
      <p:cxnSp>
        <p:nvCxnSpPr>
          <p:cNvPr id="132" name="Google Shape;132;p3"/>
          <p:cNvCxnSpPr>
            <a:stCxn id="106" idx="3"/>
            <a:endCxn id="129" idx="1"/>
          </p:cNvCxnSpPr>
          <p:nvPr/>
        </p:nvCxnSpPr>
        <p:spPr>
          <a:xfrm flipH="1" rot="10800000">
            <a:off x="15369175" y="32370715"/>
            <a:ext cx="3013200" cy="517500"/>
          </a:xfrm>
          <a:prstGeom prst="straightConnector1">
            <a:avLst/>
          </a:prstGeom>
          <a:noFill/>
          <a:ln cap="flat" cmpd="sng" w="76200">
            <a:solidFill>
              <a:srgbClr val="3E6EC2"/>
            </a:solidFill>
            <a:prstDash val="solid"/>
            <a:round/>
            <a:headEnd len="sm" w="sm" type="none"/>
            <a:tailEnd len="med" w="med" type="triangle"/>
          </a:ln>
        </p:spPr>
      </p:cxnSp>
      <p:cxnSp>
        <p:nvCxnSpPr>
          <p:cNvPr id="133" name="Google Shape;133;p3"/>
          <p:cNvCxnSpPr>
            <a:stCxn id="106" idx="3"/>
            <a:endCxn id="130" idx="1"/>
          </p:cNvCxnSpPr>
          <p:nvPr/>
        </p:nvCxnSpPr>
        <p:spPr>
          <a:xfrm>
            <a:off x="15369175" y="32888215"/>
            <a:ext cx="3013200" cy="946200"/>
          </a:xfrm>
          <a:prstGeom prst="straightConnector1">
            <a:avLst/>
          </a:prstGeom>
          <a:noFill/>
          <a:ln cap="flat" cmpd="sng" w="76200">
            <a:solidFill>
              <a:srgbClr val="3E6EC2"/>
            </a:solidFill>
            <a:prstDash val="solid"/>
            <a:round/>
            <a:headEnd len="sm" w="sm" type="none"/>
            <a:tailEnd len="med" w="med" type="triangle"/>
          </a:ln>
        </p:spPr>
      </p:cxnSp>
      <p:sp>
        <p:nvSpPr>
          <p:cNvPr id="134" name="Google Shape;134;p3"/>
          <p:cNvSpPr txBox="1"/>
          <p:nvPr/>
        </p:nvSpPr>
        <p:spPr>
          <a:xfrm>
            <a:off x="972975" y="37920850"/>
            <a:ext cx="28694100" cy="4091700"/>
          </a:xfrm>
          <a:prstGeom prst="rect">
            <a:avLst/>
          </a:prstGeom>
          <a:solidFill>
            <a:srgbClr val="D5DBE5"/>
          </a:solidFill>
          <a:ln>
            <a:noFill/>
          </a:ln>
        </p:spPr>
        <p:txBody>
          <a:bodyPr anchorCtr="0" anchor="t" bIns="91425" lIns="91425" spcFirstLastPara="1" rIns="91425" wrap="square" tIns="91425">
            <a:noAutofit/>
          </a:bodyPr>
          <a:lstStyle/>
          <a:p>
            <a:pPr indent="457200" lvl="0" marL="0" rtl="0" algn="l">
              <a:spcBef>
                <a:spcPts val="0"/>
              </a:spcBef>
              <a:spcAft>
                <a:spcPts val="0"/>
              </a:spcAft>
              <a:buNone/>
            </a:pPr>
            <a:r>
              <a:t/>
            </a:r>
            <a:endParaRPr sz="2800">
              <a:solidFill>
                <a:schemeClr val="dk1"/>
              </a:solidFill>
            </a:endParaRPr>
          </a:p>
          <a:p>
            <a:pPr indent="457200" lvl="0" marL="0" rtl="0" algn="l">
              <a:spcBef>
                <a:spcPts val="0"/>
              </a:spcBef>
              <a:spcAft>
                <a:spcPts val="0"/>
              </a:spcAft>
              <a:buClr>
                <a:schemeClr val="dk1"/>
              </a:buClr>
              <a:buSzPts val="1100"/>
              <a:buFont typeface="Arial"/>
              <a:buNone/>
            </a:pPr>
            <a:r>
              <a:rPr lang="es-ES" sz="2400">
                <a:solidFill>
                  <a:schemeClr val="dk1"/>
                </a:solidFill>
              </a:rPr>
              <a:t>Reynolds, S. E., Brook, M., &amp; Gourley, M. F. (1957). Thunderstorm charge separation. </a:t>
            </a:r>
            <a:r>
              <a:rPr i="1" lang="es-ES" sz="2400">
                <a:solidFill>
                  <a:schemeClr val="dk1"/>
                </a:solidFill>
              </a:rPr>
              <a:t>Journal of Atmospheric Sciences</a:t>
            </a:r>
            <a:r>
              <a:rPr lang="es-ES" sz="2400">
                <a:solidFill>
                  <a:schemeClr val="dk1"/>
                </a:solidFill>
              </a:rPr>
              <a:t>, </a:t>
            </a:r>
            <a:r>
              <a:rPr i="1" lang="es-ES" sz="2400">
                <a:solidFill>
                  <a:schemeClr val="dk1"/>
                </a:solidFill>
              </a:rPr>
              <a:t>14</a:t>
            </a:r>
            <a:r>
              <a:rPr lang="es-ES" sz="2400">
                <a:solidFill>
                  <a:schemeClr val="dk1"/>
                </a:solidFill>
              </a:rPr>
              <a:t>(5), 426-436.</a:t>
            </a:r>
            <a:endParaRPr sz="2400">
              <a:solidFill>
                <a:schemeClr val="dk1"/>
              </a:solidFill>
            </a:endParaRPr>
          </a:p>
          <a:p>
            <a:pPr indent="457200" lvl="0" marL="0" rtl="0" algn="l">
              <a:spcBef>
                <a:spcPts val="0"/>
              </a:spcBef>
              <a:spcAft>
                <a:spcPts val="0"/>
              </a:spcAft>
              <a:buClr>
                <a:schemeClr val="dk1"/>
              </a:buClr>
              <a:buSzPts val="1100"/>
              <a:buFont typeface="Arial"/>
              <a:buNone/>
            </a:pPr>
            <a:r>
              <a:rPr lang="es-ES" sz="2400">
                <a:solidFill>
                  <a:schemeClr val="dk1"/>
                </a:solidFill>
              </a:rPr>
              <a:t>Takahashi, T. (1978). Riming electrification as a charge generation mechanism in thunderstorms. </a:t>
            </a:r>
            <a:r>
              <a:rPr i="1" lang="es-ES" sz="2400">
                <a:solidFill>
                  <a:schemeClr val="dk1"/>
                </a:solidFill>
              </a:rPr>
              <a:t>Journal of Atmospheric Sciences</a:t>
            </a:r>
            <a:r>
              <a:rPr lang="es-ES" sz="2400">
                <a:solidFill>
                  <a:schemeClr val="dk1"/>
                </a:solidFill>
              </a:rPr>
              <a:t>, </a:t>
            </a:r>
            <a:r>
              <a:rPr i="1" lang="es-ES" sz="2400">
                <a:solidFill>
                  <a:schemeClr val="dk1"/>
                </a:solidFill>
              </a:rPr>
              <a:t>35</a:t>
            </a:r>
            <a:r>
              <a:rPr lang="es-ES" sz="2400">
                <a:solidFill>
                  <a:schemeClr val="dk1"/>
                </a:solidFill>
              </a:rPr>
              <a:t>(8), 1536-1548.</a:t>
            </a:r>
            <a:endParaRPr sz="2400">
              <a:solidFill>
                <a:schemeClr val="dk1"/>
              </a:solidFill>
            </a:endParaRPr>
          </a:p>
          <a:p>
            <a:pPr indent="457200" lvl="0" marL="0" rtl="0" algn="l">
              <a:spcBef>
                <a:spcPts val="0"/>
              </a:spcBef>
              <a:spcAft>
                <a:spcPts val="0"/>
              </a:spcAft>
              <a:buNone/>
            </a:pPr>
            <a:r>
              <a:rPr lang="es-ES" sz="2400">
                <a:solidFill>
                  <a:schemeClr val="dk1"/>
                </a:solidFill>
              </a:rPr>
              <a:t>Pereyra, R. G., Bürgesser, R. E., &amp; Ávila, E. E. (2008). Charge separation in thunderstorm conditions. </a:t>
            </a:r>
            <a:r>
              <a:rPr i="1" lang="es-ES" sz="2400">
                <a:solidFill>
                  <a:schemeClr val="dk1"/>
                </a:solidFill>
              </a:rPr>
              <a:t>Journal of Geophysical Research: Atmospheres</a:t>
            </a:r>
            <a:r>
              <a:rPr lang="es-ES" sz="2400">
                <a:solidFill>
                  <a:schemeClr val="dk1"/>
                </a:solidFill>
              </a:rPr>
              <a:t>, </a:t>
            </a:r>
            <a:r>
              <a:rPr i="1" lang="es-ES" sz="2400">
                <a:solidFill>
                  <a:schemeClr val="dk1"/>
                </a:solidFill>
              </a:rPr>
              <a:t>113</a:t>
            </a:r>
            <a:r>
              <a:rPr lang="es-ES" sz="2400">
                <a:solidFill>
                  <a:schemeClr val="dk1"/>
                </a:solidFill>
              </a:rPr>
              <a:t>(D17)</a:t>
            </a:r>
            <a:endParaRPr sz="2400">
              <a:solidFill>
                <a:schemeClr val="dk1"/>
              </a:solidFill>
            </a:endParaRPr>
          </a:p>
          <a:p>
            <a:pPr indent="457200" lvl="0" marL="0" rtl="0" algn="l">
              <a:spcBef>
                <a:spcPts val="0"/>
              </a:spcBef>
              <a:spcAft>
                <a:spcPts val="0"/>
              </a:spcAft>
              <a:buNone/>
            </a:pPr>
            <a:r>
              <a:rPr lang="es-ES" sz="2400">
                <a:solidFill>
                  <a:schemeClr val="dk1"/>
                </a:solidFill>
              </a:rPr>
              <a:t>Rorig, M. L., &amp; Ferguson, S. A. (1999). Characteristics of lightning and wildland fire ignition in the Pacific Northwest. </a:t>
            </a:r>
            <a:r>
              <a:rPr i="1" lang="es-ES" sz="2400">
                <a:solidFill>
                  <a:schemeClr val="dk1"/>
                </a:solidFill>
              </a:rPr>
              <a:t>Journal of Applied Meteorology and Climatology</a:t>
            </a:r>
            <a:r>
              <a:rPr lang="es-ES" sz="2400">
                <a:solidFill>
                  <a:schemeClr val="dk1"/>
                </a:solidFill>
              </a:rPr>
              <a:t>, </a:t>
            </a:r>
            <a:r>
              <a:rPr i="1" lang="es-ES" sz="2400">
                <a:solidFill>
                  <a:schemeClr val="dk1"/>
                </a:solidFill>
              </a:rPr>
              <a:t>38</a:t>
            </a:r>
            <a:r>
              <a:rPr lang="es-ES" sz="2400">
                <a:solidFill>
                  <a:schemeClr val="dk1"/>
                </a:solidFill>
              </a:rPr>
              <a:t>(11), 1565-1575.</a:t>
            </a:r>
            <a:endParaRPr sz="2400">
              <a:solidFill>
                <a:schemeClr val="dk1"/>
              </a:solidFill>
            </a:endParaRPr>
          </a:p>
          <a:p>
            <a:pPr indent="457200" lvl="0" marL="0" rtl="0" algn="l">
              <a:spcBef>
                <a:spcPts val="0"/>
              </a:spcBef>
              <a:spcAft>
                <a:spcPts val="0"/>
              </a:spcAft>
              <a:buNone/>
            </a:pPr>
            <a:r>
              <a:rPr lang="es-ES" sz="2400">
                <a:solidFill>
                  <a:schemeClr val="dk1"/>
                </a:solidFill>
              </a:rPr>
              <a:t>Pessi, A. T., &amp; Businger, S. (2009). Relationships among lightning, precipitation, and hydrometeor characteristics over the North Pacific Ocean. </a:t>
            </a:r>
            <a:r>
              <a:rPr i="1" lang="es-ES" sz="2400">
                <a:solidFill>
                  <a:schemeClr val="dk1"/>
                </a:solidFill>
              </a:rPr>
              <a:t>Journal of Applied Meteorology and Climatology</a:t>
            </a:r>
            <a:r>
              <a:rPr lang="es-ES" sz="2400">
                <a:solidFill>
                  <a:schemeClr val="dk1"/>
                </a:solidFill>
              </a:rPr>
              <a:t>, </a:t>
            </a:r>
            <a:r>
              <a:rPr i="1" lang="es-ES" sz="2400">
                <a:solidFill>
                  <a:schemeClr val="dk1"/>
                </a:solidFill>
              </a:rPr>
              <a:t>48</a:t>
            </a:r>
            <a:r>
              <a:rPr lang="es-ES" sz="2400">
                <a:solidFill>
                  <a:schemeClr val="dk1"/>
                </a:solidFill>
              </a:rPr>
              <a:t>(4), 833-848.</a:t>
            </a:r>
            <a:endParaRPr sz="2400">
              <a:solidFill>
                <a:schemeClr val="dk1"/>
              </a:solidFill>
            </a:endParaRPr>
          </a:p>
          <a:p>
            <a:pPr indent="457200" lvl="0" marL="0" rtl="0" algn="l">
              <a:spcBef>
                <a:spcPts val="0"/>
              </a:spcBef>
              <a:spcAft>
                <a:spcPts val="0"/>
              </a:spcAft>
              <a:buNone/>
            </a:pPr>
            <a:r>
              <a:rPr lang="es-ES" sz="2400">
                <a:solidFill>
                  <a:schemeClr val="dk1"/>
                </a:solidFill>
              </a:rPr>
              <a:t>Garreaud, R. D., Gabriela Nicora, M., Bürgesser, R. E., &amp; Ávila, E. E. (2014). Lightning in western Patagonia. </a:t>
            </a:r>
            <a:r>
              <a:rPr i="1" lang="es-ES" sz="2400">
                <a:solidFill>
                  <a:schemeClr val="dk1"/>
                </a:solidFill>
              </a:rPr>
              <a:t>Journal of Geophysical Research: Atmospheres</a:t>
            </a:r>
            <a:r>
              <a:rPr lang="es-ES" sz="2400">
                <a:solidFill>
                  <a:schemeClr val="dk1"/>
                </a:solidFill>
              </a:rPr>
              <a:t>, </a:t>
            </a:r>
            <a:r>
              <a:rPr i="1" lang="es-ES" sz="2400">
                <a:solidFill>
                  <a:schemeClr val="dk1"/>
                </a:solidFill>
              </a:rPr>
              <a:t>119</a:t>
            </a:r>
            <a:r>
              <a:rPr lang="es-ES" sz="2400">
                <a:solidFill>
                  <a:schemeClr val="dk1"/>
                </a:solidFill>
              </a:rPr>
              <a:t>(8), 4471-4485.</a:t>
            </a:r>
            <a:endParaRPr sz="2400">
              <a:solidFill>
                <a:schemeClr val="dk1"/>
              </a:solidFill>
            </a:endParaRPr>
          </a:p>
          <a:p>
            <a:pPr indent="457200" lvl="0" marL="0" rtl="0" algn="l">
              <a:spcBef>
                <a:spcPts val="0"/>
              </a:spcBef>
              <a:spcAft>
                <a:spcPts val="0"/>
              </a:spcAft>
              <a:buNone/>
            </a:pPr>
            <a:r>
              <a:rPr lang="es-ES" sz="2400">
                <a:solidFill>
                  <a:schemeClr val="dk1"/>
                </a:solidFill>
              </a:rPr>
              <a:t>Rasmussen, K. L., Zuluaga, M. D., &amp; Houze Jr, R. A. (2014). Severe convection and lightning in subtropical South America. </a:t>
            </a:r>
            <a:r>
              <a:rPr i="1" lang="es-ES" sz="2400">
                <a:solidFill>
                  <a:schemeClr val="dk1"/>
                </a:solidFill>
              </a:rPr>
              <a:t>Geophysical Research Letters</a:t>
            </a:r>
            <a:r>
              <a:rPr lang="es-ES" sz="2400">
                <a:solidFill>
                  <a:schemeClr val="dk1"/>
                </a:solidFill>
              </a:rPr>
              <a:t>, </a:t>
            </a:r>
            <a:r>
              <a:rPr i="1" lang="es-ES" sz="2400">
                <a:solidFill>
                  <a:schemeClr val="dk1"/>
                </a:solidFill>
              </a:rPr>
              <a:t>41</a:t>
            </a:r>
            <a:r>
              <a:rPr lang="es-ES" sz="2400">
                <a:solidFill>
                  <a:schemeClr val="dk1"/>
                </a:solidFill>
              </a:rPr>
              <a:t>(20), 7359-7366.</a:t>
            </a:r>
            <a:endParaRPr sz="2400">
              <a:solidFill>
                <a:schemeClr val="dk1"/>
              </a:solidFill>
            </a:endParaRPr>
          </a:p>
          <a:p>
            <a:pPr indent="457200" lvl="0" marL="0" rtl="0" algn="l">
              <a:spcBef>
                <a:spcPts val="0"/>
              </a:spcBef>
              <a:spcAft>
                <a:spcPts val="0"/>
              </a:spcAft>
              <a:buClr>
                <a:schemeClr val="dk1"/>
              </a:buClr>
              <a:buSzPts val="1100"/>
              <a:buFont typeface="Arial"/>
              <a:buNone/>
            </a:pPr>
            <a:r>
              <a:rPr lang="es-ES" sz="2400">
                <a:solidFill>
                  <a:schemeClr val="dk1"/>
                </a:solidFill>
              </a:rPr>
              <a:t>…</a:t>
            </a:r>
            <a:endParaRPr sz="2400">
              <a:solidFill>
                <a:schemeClr val="dk1"/>
              </a:solidFill>
            </a:endParaRPr>
          </a:p>
        </p:txBody>
      </p:sp>
      <p:sp>
        <p:nvSpPr>
          <p:cNvPr id="105" name="Google Shape;105;p3"/>
          <p:cNvSpPr/>
          <p:nvPr/>
        </p:nvSpPr>
        <p:spPr>
          <a:xfrm>
            <a:off x="7041325" y="33134500"/>
            <a:ext cx="3830100" cy="1354800"/>
          </a:xfrm>
          <a:prstGeom prst="roundRect">
            <a:avLst>
              <a:gd fmla="val 16667" name="adj"/>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800">
                <a:solidFill>
                  <a:schemeClr val="lt1"/>
                </a:solidFill>
              </a:rPr>
              <a:t>Actividad Convectiva y Microfísica</a:t>
            </a:r>
            <a:endParaRPr b="0" i="0" sz="1400" u="none" cap="none" strike="noStrike">
              <a:solidFill>
                <a:srgbClr val="000000"/>
              </a:solidFill>
              <a:latin typeface="Arial"/>
              <a:ea typeface="Arial"/>
              <a:cs typeface="Arial"/>
              <a:sym typeface="Arial"/>
            </a:endParaRPr>
          </a:p>
        </p:txBody>
      </p:sp>
      <p:cxnSp>
        <p:nvCxnSpPr>
          <p:cNvPr id="135" name="Google Shape;135;p3"/>
          <p:cNvCxnSpPr>
            <a:stCxn id="127" idx="3"/>
            <a:endCxn id="105" idx="1"/>
          </p:cNvCxnSpPr>
          <p:nvPr/>
        </p:nvCxnSpPr>
        <p:spPr>
          <a:xfrm>
            <a:off x="5561063" y="33811897"/>
            <a:ext cx="1480200" cy="0"/>
          </a:xfrm>
          <a:prstGeom prst="straightConnector1">
            <a:avLst/>
          </a:prstGeom>
          <a:noFill/>
          <a:ln cap="flat" cmpd="sng" w="76200">
            <a:solidFill>
              <a:srgbClr val="3E6EC2"/>
            </a:solidFill>
            <a:prstDash val="solid"/>
            <a:round/>
            <a:headEnd len="sm" w="sm" type="none"/>
            <a:tailEnd len="med" w="med" type="triangle"/>
          </a:ln>
        </p:spPr>
      </p:cxnSp>
      <p:sp>
        <p:nvSpPr>
          <p:cNvPr id="136" name="Google Shape;136;p3"/>
          <p:cNvSpPr/>
          <p:nvPr/>
        </p:nvSpPr>
        <p:spPr>
          <a:xfrm>
            <a:off x="22684575" y="31693225"/>
            <a:ext cx="5901300" cy="1354800"/>
          </a:xfrm>
          <a:prstGeom prst="roundRect">
            <a:avLst>
              <a:gd fmla="val 16667" name="adj"/>
            </a:avLst>
          </a:prstGeom>
          <a:solidFill>
            <a:schemeClr val="accent2"/>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300">
                <a:solidFill>
                  <a:schemeClr val="lt1"/>
                </a:solidFill>
              </a:rPr>
              <a:t>Baja Segregada sobre el océano pacífico + anomalía de alta presión superficial al sur de Argentina</a:t>
            </a:r>
            <a:endParaRPr b="0" i="0" sz="2300" u="none" cap="none" strike="noStrike">
              <a:solidFill>
                <a:srgbClr val="000000"/>
              </a:solidFill>
              <a:latin typeface="Arial"/>
              <a:ea typeface="Arial"/>
              <a:cs typeface="Arial"/>
              <a:sym typeface="Arial"/>
            </a:endParaRPr>
          </a:p>
        </p:txBody>
      </p:sp>
      <p:sp>
        <p:nvSpPr>
          <p:cNvPr id="137" name="Google Shape;137;p3"/>
          <p:cNvSpPr/>
          <p:nvPr/>
        </p:nvSpPr>
        <p:spPr>
          <a:xfrm>
            <a:off x="22684575" y="33134500"/>
            <a:ext cx="5901300" cy="1354800"/>
          </a:xfrm>
          <a:prstGeom prst="roundRect">
            <a:avLst>
              <a:gd fmla="val 16667" name="adj"/>
            </a:avLst>
          </a:prstGeom>
          <a:solidFill>
            <a:schemeClr val="accent2"/>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300">
                <a:solidFill>
                  <a:schemeClr val="lt1"/>
                </a:solidFill>
              </a:rPr>
              <a:t>Favorece el ascenso de parcelas de aire tanto del lado chileno como argentino</a:t>
            </a:r>
            <a:endParaRPr b="0" i="0" sz="900" u="none" cap="none" strike="noStrike">
              <a:solidFill>
                <a:srgbClr val="000000"/>
              </a:solidFill>
              <a:latin typeface="Arial"/>
              <a:ea typeface="Arial"/>
              <a:cs typeface="Arial"/>
              <a:sym typeface="Arial"/>
            </a:endParaRPr>
          </a:p>
        </p:txBody>
      </p:sp>
      <p:sp>
        <p:nvSpPr>
          <p:cNvPr id="138" name="Google Shape;138;p3"/>
          <p:cNvSpPr/>
          <p:nvPr/>
        </p:nvSpPr>
        <p:spPr>
          <a:xfrm>
            <a:off x="22684575" y="34575775"/>
            <a:ext cx="5901300" cy="1354800"/>
          </a:xfrm>
          <a:prstGeom prst="roundRect">
            <a:avLst>
              <a:gd fmla="val 16667" name="adj"/>
            </a:avLst>
          </a:prstGeom>
          <a:solidFill>
            <a:schemeClr val="accent2"/>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s-ES" sz="2300">
                <a:solidFill>
                  <a:schemeClr val="lt1"/>
                </a:solidFill>
              </a:rPr>
              <a:t>La mayor anomalía de humedad se encuentra en el lado argentino, la cual es transportada por vientos superficiales</a:t>
            </a:r>
            <a:endParaRPr b="0" i="0" sz="900" u="none" cap="none" strike="noStrike">
              <a:solidFill>
                <a:srgbClr val="000000"/>
              </a:solidFill>
              <a:latin typeface="Arial"/>
              <a:ea typeface="Arial"/>
              <a:cs typeface="Arial"/>
              <a:sym typeface="Arial"/>
            </a:endParaRPr>
          </a:p>
        </p:txBody>
      </p:sp>
      <p:cxnSp>
        <p:nvCxnSpPr>
          <p:cNvPr id="139" name="Google Shape;139;p3"/>
          <p:cNvCxnSpPr>
            <a:stCxn id="129" idx="3"/>
            <a:endCxn id="136" idx="1"/>
          </p:cNvCxnSpPr>
          <p:nvPr/>
        </p:nvCxnSpPr>
        <p:spPr>
          <a:xfrm>
            <a:off x="21228975" y="32370625"/>
            <a:ext cx="1455600" cy="0"/>
          </a:xfrm>
          <a:prstGeom prst="straightConnector1">
            <a:avLst/>
          </a:prstGeom>
          <a:noFill/>
          <a:ln cap="flat" cmpd="sng" w="76200">
            <a:solidFill>
              <a:schemeClr val="dk1"/>
            </a:solidFill>
            <a:prstDash val="solid"/>
            <a:round/>
            <a:headEnd len="sm" w="sm" type="none"/>
            <a:tailEnd len="med" w="med" type="triangle"/>
          </a:ln>
        </p:spPr>
      </p:cxnSp>
      <p:cxnSp>
        <p:nvCxnSpPr>
          <p:cNvPr id="140" name="Google Shape;140;p3"/>
          <p:cNvCxnSpPr>
            <a:stCxn id="130" idx="3"/>
            <a:endCxn id="137" idx="1"/>
          </p:cNvCxnSpPr>
          <p:nvPr/>
        </p:nvCxnSpPr>
        <p:spPr>
          <a:xfrm flipH="1" rot="10800000">
            <a:off x="21228975" y="33811963"/>
            <a:ext cx="1455600" cy="22500"/>
          </a:xfrm>
          <a:prstGeom prst="straightConnector1">
            <a:avLst/>
          </a:prstGeom>
          <a:noFill/>
          <a:ln cap="flat" cmpd="sng" w="76200">
            <a:solidFill>
              <a:schemeClr val="dk1"/>
            </a:solidFill>
            <a:prstDash val="solid"/>
            <a:round/>
            <a:headEnd len="sm" w="sm" type="none"/>
            <a:tailEnd len="med" w="med" type="triangle"/>
          </a:ln>
        </p:spPr>
      </p:cxnSp>
      <p:cxnSp>
        <p:nvCxnSpPr>
          <p:cNvPr id="141" name="Google Shape;141;p3"/>
          <p:cNvCxnSpPr>
            <a:stCxn id="128" idx="3"/>
            <a:endCxn id="138" idx="1"/>
          </p:cNvCxnSpPr>
          <p:nvPr/>
        </p:nvCxnSpPr>
        <p:spPr>
          <a:xfrm flipH="1" rot="10800000">
            <a:off x="21228975" y="35253325"/>
            <a:ext cx="1455600" cy="45000"/>
          </a:xfrm>
          <a:prstGeom prst="straightConnector1">
            <a:avLst/>
          </a:prstGeom>
          <a:noFill/>
          <a:ln cap="flat" cmpd="sng" w="76200">
            <a:solidFill>
              <a:schemeClr val="dk1"/>
            </a:solidFill>
            <a:prstDash val="solid"/>
            <a:round/>
            <a:headEnd len="sm" w="sm" type="none"/>
            <a:tailEnd len="med" w="med" type="triangle"/>
          </a:ln>
        </p:spPr>
      </p:cxnSp>
      <p:sp>
        <p:nvSpPr>
          <p:cNvPr id="142" name="Google Shape;142;p3"/>
          <p:cNvSpPr txBox="1"/>
          <p:nvPr/>
        </p:nvSpPr>
        <p:spPr>
          <a:xfrm>
            <a:off x="2286275" y="34722300"/>
            <a:ext cx="327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ES" sz="600">
                <a:solidFill>
                  <a:srgbClr val="EEECE1"/>
                </a:solidFill>
              </a:rPr>
              <a:t>https://www.soychile.cl/Temuco/Sociedad/2014/02/16/231435/Ve-las-imagenes-de-la-tormenta-electrica-que-afecto-a-la-cordillera-de-La-Araucania.aspx</a:t>
            </a:r>
            <a:endParaRPr sz="600">
              <a:solidFill>
                <a:srgbClr val="EEECE1"/>
              </a:solidFill>
            </a:endParaRPr>
          </a:p>
          <a:p>
            <a:pPr indent="0" lvl="0" marL="0" rtl="0" algn="l">
              <a:spcBef>
                <a:spcPts val="0"/>
              </a:spcBef>
              <a:spcAft>
                <a:spcPts val="0"/>
              </a:spcAft>
              <a:buNone/>
            </a:pPr>
            <a:r>
              <a:t/>
            </a:r>
            <a:endParaRPr sz="600">
              <a:solidFill>
                <a:schemeClr val="dk1"/>
              </a:solidFill>
              <a:latin typeface="Calibri"/>
              <a:ea typeface="Calibri"/>
              <a:cs typeface="Calibri"/>
              <a:sym typeface="Calibri"/>
            </a:endParaRPr>
          </a:p>
        </p:txBody>
      </p:sp>
      <p:sp>
        <p:nvSpPr>
          <p:cNvPr id="143" name="Google Shape;143;p3"/>
          <p:cNvSpPr txBox="1"/>
          <p:nvPr/>
        </p:nvSpPr>
        <p:spPr>
          <a:xfrm>
            <a:off x="875812" y="18795225"/>
            <a:ext cx="65442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2200">
                <a:solidFill>
                  <a:schemeClr val="dk1"/>
                </a:solidFill>
                <a:latin typeface="Calibri"/>
                <a:ea typeface="Calibri"/>
                <a:cs typeface="Calibri"/>
                <a:sym typeface="Calibri"/>
              </a:rPr>
              <a:t>Elaboración propia con datos de la WWLLN</a:t>
            </a:r>
            <a:endParaRPr sz="2200">
              <a:solidFill>
                <a:schemeClr val="dk1"/>
              </a:solidFill>
              <a:latin typeface="Calibri"/>
              <a:ea typeface="Calibri"/>
              <a:cs typeface="Calibri"/>
              <a:sym typeface="Calibri"/>
            </a:endParaRPr>
          </a:p>
        </p:txBody>
      </p:sp>
      <p:sp>
        <p:nvSpPr>
          <p:cNvPr id="144" name="Google Shape;144;p3"/>
          <p:cNvSpPr txBox="1"/>
          <p:nvPr/>
        </p:nvSpPr>
        <p:spPr>
          <a:xfrm>
            <a:off x="1113225" y="21368825"/>
            <a:ext cx="3496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000">
                <a:solidFill>
                  <a:schemeClr val="dk1"/>
                </a:solidFill>
                <a:latin typeface="Calibri"/>
                <a:ea typeface="Calibri"/>
                <a:cs typeface="Calibri"/>
                <a:sym typeface="Calibri"/>
              </a:rPr>
              <a:t>Densidad media de Rayos DEF</a:t>
            </a:r>
            <a:endParaRPr sz="2000">
              <a:solidFill>
                <a:schemeClr val="dk1"/>
              </a:solidFill>
              <a:latin typeface="Calibri"/>
              <a:ea typeface="Calibri"/>
              <a:cs typeface="Calibri"/>
              <a:sym typeface="Calibri"/>
            </a:endParaRPr>
          </a:p>
        </p:txBody>
      </p:sp>
      <p:sp>
        <p:nvSpPr>
          <p:cNvPr id="145" name="Google Shape;145;p3"/>
          <p:cNvSpPr txBox="1"/>
          <p:nvPr/>
        </p:nvSpPr>
        <p:spPr>
          <a:xfrm>
            <a:off x="5039800" y="21368825"/>
            <a:ext cx="3496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000">
                <a:solidFill>
                  <a:schemeClr val="dk1"/>
                </a:solidFill>
                <a:latin typeface="Calibri"/>
                <a:ea typeface="Calibri"/>
                <a:cs typeface="Calibri"/>
                <a:sym typeface="Calibri"/>
              </a:rPr>
              <a:t>Ciclo diario de rayos</a:t>
            </a:r>
            <a:endParaRPr sz="2000">
              <a:solidFill>
                <a:schemeClr val="dk1"/>
              </a:solidFill>
              <a:latin typeface="Calibri"/>
              <a:ea typeface="Calibri"/>
              <a:cs typeface="Calibri"/>
              <a:sym typeface="Calibri"/>
            </a:endParaRPr>
          </a:p>
        </p:txBody>
      </p:sp>
      <p:sp>
        <p:nvSpPr>
          <p:cNvPr id="146" name="Google Shape;146;p3"/>
          <p:cNvSpPr txBox="1"/>
          <p:nvPr/>
        </p:nvSpPr>
        <p:spPr>
          <a:xfrm>
            <a:off x="7453337" y="25694050"/>
            <a:ext cx="3496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000">
                <a:solidFill>
                  <a:schemeClr val="dk1"/>
                </a:solidFill>
                <a:latin typeface="Calibri"/>
                <a:ea typeface="Calibri"/>
                <a:cs typeface="Calibri"/>
                <a:sym typeface="Calibri"/>
              </a:rPr>
              <a:t>Registro de rayos</a:t>
            </a:r>
            <a:endParaRPr sz="2000">
              <a:solidFill>
                <a:schemeClr val="dk1"/>
              </a:solidFill>
              <a:latin typeface="Calibri"/>
              <a:ea typeface="Calibri"/>
              <a:cs typeface="Calibri"/>
              <a:sym typeface="Calibri"/>
            </a:endParaRPr>
          </a:p>
        </p:txBody>
      </p:sp>
      <p:sp>
        <p:nvSpPr>
          <p:cNvPr id="147" name="Google Shape;147;p3"/>
          <p:cNvSpPr txBox="1"/>
          <p:nvPr/>
        </p:nvSpPr>
        <p:spPr>
          <a:xfrm>
            <a:off x="11872387" y="25628250"/>
            <a:ext cx="3496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000">
                <a:solidFill>
                  <a:schemeClr val="dk1"/>
                </a:solidFill>
                <a:latin typeface="Calibri"/>
                <a:ea typeface="Calibri"/>
                <a:cs typeface="Calibri"/>
                <a:sym typeface="Calibri"/>
              </a:rPr>
              <a:t>Configuración sinóptica</a:t>
            </a:r>
            <a:endParaRPr sz="2000">
              <a:solidFill>
                <a:schemeClr val="dk1"/>
              </a:solidFill>
              <a:latin typeface="Calibri"/>
              <a:ea typeface="Calibri"/>
              <a:cs typeface="Calibri"/>
              <a:sym typeface="Calibri"/>
            </a:endParaRPr>
          </a:p>
        </p:txBody>
      </p:sp>
      <p:pic>
        <p:nvPicPr>
          <p:cNvPr id="148" name="Google Shape;148;p3"/>
          <p:cNvPicPr preferRelativeResize="0"/>
          <p:nvPr/>
        </p:nvPicPr>
        <p:blipFill>
          <a:blip r:embed="rId13">
            <a:alphaModFix/>
          </a:blip>
          <a:stretch>
            <a:fillRect/>
          </a:stretch>
        </p:blipFill>
        <p:spPr>
          <a:xfrm>
            <a:off x="10871417" y="12488295"/>
            <a:ext cx="3700171" cy="6375824"/>
          </a:xfrm>
          <a:prstGeom prst="rect">
            <a:avLst/>
          </a:prstGeom>
          <a:noFill/>
          <a:ln>
            <a:noFill/>
          </a:ln>
        </p:spPr>
      </p:pic>
      <p:sp>
        <p:nvSpPr>
          <p:cNvPr id="149" name="Google Shape;149;p3"/>
          <p:cNvSpPr txBox="1"/>
          <p:nvPr/>
        </p:nvSpPr>
        <p:spPr>
          <a:xfrm>
            <a:off x="16508426" y="21752938"/>
            <a:ext cx="5234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000">
                <a:solidFill>
                  <a:schemeClr val="dk1"/>
                </a:solidFill>
                <a:latin typeface="Calibri"/>
                <a:ea typeface="Calibri"/>
                <a:cs typeface="Calibri"/>
                <a:sym typeface="Calibri"/>
              </a:rPr>
              <a:t>Compuesto de anomalías - corte transversal</a:t>
            </a:r>
            <a:endParaRPr sz="2000">
              <a:solidFill>
                <a:schemeClr val="dk1"/>
              </a:solidFill>
              <a:latin typeface="Calibri"/>
              <a:ea typeface="Calibri"/>
              <a:cs typeface="Calibri"/>
              <a:sym typeface="Calibri"/>
            </a:endParaRPr>
          </a:p>
        </p:txBody>
      </p:sp>
      <p:sp>
        <p:nvSpPr>
          <p:cNvPr id="150" name="Google Shape;150;p3"/>
          <p:cNvSpPr txBox="1"/>
          <p:nvPr/>
        </p:nvSpPr>
        <p:spPr>
          <a:xfrm>
            <a:off x="24049476" y="26111950"/>
            <a:ext cx="5234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000">
                <a:solidFill>
                  <a:schemeClr val="dk1"/>
                </a:solidFill>
                <a:latin typeface="Calibri"/>
                <a:ea typeface="Calibri"/>
                <a:cs typeface="Calibri"/>
                <a:sym typeface="Calibri"/>
              </a:rPr>
              <a:t>Calendario de eventos</a:t>
            </a:r>
            <a:endParaRPr sz="2000">
              <a:solidFill>
                <a:schemeClr val="dk1"/>
              </a:solidFill>
              <a:latin typeface="Calibri"/>
              <a:ea typeface="Calibri"/>
              <a:cs typeface="Calibri"/>
              <a:sym typeface="Calibri"/>
            </a:endParaRPr>
          </a:p>
        </p:txBody>
      </p:sp>
      <p:cxnSp>
        <p:nvCxnSpPr>
          <p:cNvPr id="151" name="Google Shape;151;p3"/>
          <p:cNvCxnSpPr>
            <a:stCxn id="123" idx="3"/>
            <a:endCxn id="152" idx="1"/>
          </p:cNvCxnSpPr>
          <p:nvPr/>
        </p:nvCxnSpPr>
        <p:spPr>
          <a:xfrm>
            <a:off x="9950238" y="15381075"/>
            <a:ext cx="3099000" cy="803700"/>
          </a:xfrm>
          <a:prstGeom prst="straightConnector1">
            <a:avLst/>
          </a:prstGeom>
          <a:noFill/>
          <a:ln cap="flat" cmpd="sng" w="76200">
            <a:solidFill>
              <a:srgbClr val="000000"/>
            </a:solidFill>
            <a:prstDash val="solid"/>
            <a:round/>
            <a:headEnd len="med" w="med" type="none"/>
            <a:tailEnd len="med" w="med" type="stealth"/>
          </a:ln>
        </p:spPr>
      </p:cxnSp>
      <p:sp>
        <p:nvSpPr>
          <p:cNvPr id="153" name="Google Shape;153;p3"/>
          <p:cNvSpPr txBox="1"/>
          <p:nvPr/>
        </p:nvSpPr>
        <p:spPr>
          <a:xfrm>
            <a:off x="10619825" y="11920900"/>
            <a:ext cx="43572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dk1"/>
                </a:solidFill>
                <a:latin typeface="Calibri"/>
                <a:ea typeface="Calibri"/>
                <a:cs typeface="Calibri"/>
                <a:sym typeface="Calibri"/>
              </a:rPr>
              <a:t>Registro de incendios naturales</a:t>
            </a:r>
            <a:endParaRPr sz="2800">
              <a:solidFill>
                <a:schemeClr val="dk1"/>
              </a:solidFill>
              <a:latin typeface="Calibri"/>
              <a:ea typeface="Calibri"/>
              <a:cs typeface="Calibri"/>
              <a:sym typeface="Calibri"/>
            </a:endParaRPr>
          </a:p>
        </p:txBody>
      </p:sp>
      <p:sp>
        <p:nvSpPr>
          <p:cNvPr id="152" name="Google Shape;152;p3"/>
          <p:cNvSpPr/>
          <p:nvPr/>
        </p:nvSpPr>
        <p:spPr>
          <a:xfrm>
            <a:off x="13049250" y="15640050"/>
            <a:ext cx="647700" cy="1089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2023-07-31T06:09:37Z</dcterms:created>
  <dc:creator>Thiare Paloma Salazar Jeria (thiaresalazar)</dc:creator>
</cp:coreProperties>
</file>